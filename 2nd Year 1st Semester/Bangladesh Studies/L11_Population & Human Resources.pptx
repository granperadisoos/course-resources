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8BA62-AA25-4891-AA94-5820CC68E40C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A32AB-6DFA-4D8C-A93F-C0B1628D8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4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C662-843F-9F15-BB7F-A992FC8AD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67276-504A-41D3-3EEC-D53BBDA2F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7025C-87A3-EB00-CF5E-524106C5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FB070-0E98-4D6A-8F11-BB3A1A3B8E3E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6D3D6-1094-F9D0-E870-F8DE430B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8B6ED-482F-6C9B-EF51-6878792B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2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74E6-881D-52A7-79DF-FF7605E25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39281-F04A-540D-9371-1C687468E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5AB12-38BC-BB9C-5E7D-7AFD1BFD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172-B0C4-41CB-96F0-042EDEFB1344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7BA6C-ED7B-5B4C-7FFC-D54F06163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06A66-1A6C-0AF8-6CE1-F07269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2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1CAF-94A6-3CAB-DD63-1EA40A235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C80E9-0334-8BAD-F875-2FEF101BF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4CB4E-DD8C-37FF-0622-6D99E20F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05ED8-B09A-4727-9B92-C9D9CEAD0495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07420-BE90-4458-A197-652B2C6E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952F8-6534-5F39-9F31-A857C236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4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6F98-DAAF-C1CD-451F-F84CD643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3563-5AFC-3316-6141-43AB05A3F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2E97C-DCE3-94D5-3827-D510043DA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700A2-8FA8-EE8B-48F4-519A8707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B04A7-64DA-4ECE-9C9C-AFBCE5FC9C29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6AACA-48EC-8571-9245-335920C3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F88F5-D682-275A-7D3E-1124DD43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5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8BBF-BE10-56FE-6E7F-75C80AF2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4ADFF-DAC4-A8F0-2626-152E2A8A5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109F3-E16E-72EB-614F-419C13CFD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6DE3D-C97B-F02E-FB77-AE34BAFF8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E6098-C55E-7C06-28A9-676D14BB9F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2CD9C-16A4-787D-F1A3-02367511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437ED-1429-4A1D-84F4-BBF85377B86F}" type="datetime1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6821E1-320A-AA73-2CDB-459A4E189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5A82E-E6E0-8CB9-7FA0-5D1817B7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8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5C26-C6AD-3702-45B6-B175C478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ABA9A-12C8-D38B-C3EA-887D2995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9CCD-5BBF-4CC5-9915-7C8488AADD62}" type="datetime1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8B78C-971D-BD56-D221-858292EE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FD69C-8582-5A3A-2773-43898E26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2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D2252-A06D-0BDC-D99B-08844FB7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725B-2B9B-43A2-88ED-C1C0D4519C64}" type="datetime1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8CF7D-E2FF-FB31-16F2-94A6962E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D1B96-5785-51D0-C48D-255E3F1E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1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73C6-A5CA-8AB8-964A-17F5AEBAB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18C1A-4C51-A1F8-A007-36D2A809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B5FB5-FF69-875D-270B-37C5366CD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848DC-2A0B-2AA6-87DE-CF52ECAB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BCB6-1352-4456-8CEB-2875C3D74F4F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5B07A-0F44-9122-5FDD-5BEBAF43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B8195-8775-7048-6E98-3E54327D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82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7F6E-A955-656B-44B0-021BE8B3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EFD49-FDDF-DBB4-8441-C2367FDB6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E56B-3CB1-C00E-2808-B0A1805B6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07864-F451-0E08-C1B5-552284E8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F5C2-83EE-4347-9065-2A39C1536BF1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FECA4-898D-7539-25F5-16F2EFB1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B0895-6E8B-CD3C-F89D-7F2E2985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1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5284-A984-1345-0263-D68CAE38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DFAC4-C632-5136-0FA4-5889AA4F1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43A18-D9D1-5E0E-20E5-4B9C09E8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8859-2607-4665-B7CA-D1B50930E9BF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76D7B-0542-98CF-FD9F-C51E3CE3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E5868-6C9E-4482-2140-AD45915A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63DF9-9F84-6DD7-C8A4-4191FF4B6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B9751-4780-1692-176A-619D93BDC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BDEF8-B741-D272-9445-D08386B51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D68-C675-444E-B0ED-D4B246D70D0F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C3EF9-28EE-62B4-DC2E-90938FE0A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37AD1-751C-F433-B91A-7EC275F0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4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B4618A-7273-230A-B519-875A57A66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C04F5-A334-4AB6-9DEF-D6505FE3C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A629-D0A6-6F09-382F-1569CA8B1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F3548-F056-44A1-B559-EA8FD9B7D336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A90BF-62F8-7CC2-92C7-CEDE63BF6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888D7-5370-9AAC-0331-5F135C741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EF991-51AF-4522-BE5B-4D98D37A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C6C8-A999-3FF7-877B-FDF3D51A4D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Population &amp; Human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E3DA5-0B5B-64DF-30AE-F3D30D969A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</a:p>
          <a:p>
            <a:r>
              <a:rPr lang="en-US" dirty="0"/>
              <a:t>Chowdhury Mujaddid Ahmed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34797-8F80-9437-3968-6360F44E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31239-AF87-4E90-A925-ACF40F588AE2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A1930-5999-7256-0F81-03484EFE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1983A-6108-8A02-9FB1-DCF9CB39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23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46B1-15E2-41D4-D4CD-36F591B4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Bangladesh Population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F4311-5041-2621-E748-BDEE35AB0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30566" cy="4351338"/>
          </a:xfrm>
        </p:spPr>
        <p:txBody>
          <a:bodyPr/>
          <a:lstStyle/>
          <a:p>
            <a:pPr algn="just"/>
            <a:r>
              <a:rPr lang="en-US" dirty="0"/>
              <a:t>The current population of Bangladesh is 172,699,175 based on projections of the latest United Nations data. The UN estimates the July 1, 2023 population at 172,954,319.</a:t>
            </a:r>
          </a:p>
        </p:txBody>
      </p:sp>
      <p:pic>
        <p:nvPicPr>
          <p:cNvPr id="7" name="Content Placeholder 6" descr="Business Growth">
            <a:extLst>
              <a:ext uri="{FF2B5EF4-FFF2-40B4-BE49-F238E27FC236}">
                <a16:creationId xmlns:a16="http://schemas.microsoft.com/office/drawing/2014/main" id="{2780CE16-B498-6C46-2960-63589ACD59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3151" y="2147841"/>
            <a:ext cx="2562317" cy="256231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11675-66F6-23D6-47C3-E7943A45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A7713-2BF1-45A3-829F-A5902135FFF2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80BCA-78BA-252D-BA59-609382F5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43A8D-48A3-CF84-4743-EF5C7CAC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4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A78D-3A0E-1724-A3F1-6500EAC2F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Birth rate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2F0CA-C451-5965-F58F-DFA6B0201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607" y="2396331"/>
            <a:ext cx="5181600" cy="4351338"/>
          </a:xfrm>
        </p:spPr>
        <p:txBody>
          <a:bodyPr/>
          <a:lstStyle/>
          <a:p>
            <a:r>
              <a:rPr lang="en-US" b="1" dirty="0"/>
              <a:t>Birth rate: </a:t>
            </a:r>
            <a:r>
              <a:rPr lang="en-US" dirty="0"/>
              <a:t>Calculated by dividing the number of live births in a population in a year by the midyear resident population.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DA044D-0304-7F30-D177-B1636391AF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3207" y="2396331"/>
            <a:ext cx="6109269" cy="201559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128F3-7C89-6F95-817B-89BD4678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2356D-0FFA-4B5C-9F7B-2D31ED65517C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BB684-0A1A-BAB4-B7BF-81534DF7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8899D-02A5-5A8D-22B5-A642B6E9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1EDC-54C8-6582-4465-691B2D2B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Mortality rate calculation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E520-A400-049F-450B-02F2A9C6CD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estimated total number of deaths in a population of a given sex and/or age, divided by the total number of this population, expressed per 100,000 population, for a given year, in a given country, territory, or geographic area.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4142C8-B794-062E-D214-507B88729B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8014" y="2401582"/>
            <a:ext cx="5336658" cy="20548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EB51-B390-8203-664D-2BE5AA96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B466-00C2-4852-8E3F-46B872D69FDB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F95FB-0ABD-AD90-56B6-3CA1870D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584D6-84D3-7122-F6DE-5071FBAA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78974-8C00-96D8-6D12-4D7F1DDF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Demographic Dividend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3B3A3-A3A9-8B1E-777E-33C516240B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Demographic dividend refers to the growth in an economy that is the result of a change in the age structure of a country’s population. The change in age structure is typically brought on by a decline in fertility and mortality rates.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5597E-25D9-4C82-4888-34F152CB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B04A7-64DA-4ECE-9C9C-AFBCE5FC9C29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3BC37-3819-F7DA-8B07-9F97F128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E0CB7-4F97-EADC-FDD3-8F0F4B8C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5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B37B632-5677-8324-EB44-6D60C71C79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20089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258514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308D-3138-9853-1191-AAA0EB2F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Human Resource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F421-D8E2-8B5D-FBBB-7FBB895EA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26464"/>
            <a:ext cx="5181600" cy="4351338"/>
          </a:xfrm>
        </p:spPr>
        <p:txBody>
          <a:bodyPr/>
          <a:lstStyle/>
          <a:p>
            <a:r>
              <a:rPr lang="en-US" dirty="0"/>
              <a:t>Human resources (HR) is the division of a business that is charged with finding, recruiting, screening, and training job applicants. It also administers employee benefit programs.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473A5B-E26B-595A-E0A2-80C6589189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4274" y="2019857"/>
            <a:ext cx="5032652" cy="281828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B5C49-8E20-B05F-446C-1272AA8E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B04A7-64DA-4ECE-9C9C-AFBCE5FC9C29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631D-4C25-A78C-3E30-6B739142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C9822-CE48-C9F3-A30A-DFDA0B44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2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B8026-260F-0E16-CBAA-787E44AF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The prospect of Bangladesh’s Human Resource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88E180-46EE-B491-0CF8-C0A576F4B0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With a current value of 0.661, it ranks at 129 out of 191 countries and places among medium human-development countries. Bangladesh is also one of South Asia's better performers, with its HDI value above the regional value of 0.632.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65829BB-9682-5D04-B08C-2854F9AC0B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1505" y="1825625"/>
            <a:ext cx="4782990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1A770-AFB3-079A-D13D-21468865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B04A7-64DA-4ECE-9C9C-AFBCE5FC9C29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C9C5D-FFE5-1D5D-716A-DD0B9911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88E90-59EA-F120-375B-EDC3F734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9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00C50DE-2876-D18E-B29F-91271621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The prospect of Bangladesh’s Human Resource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FCB226F-B2CB-A656-A89B-36A664B78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5820" y="1825625"/>
            <a:ext cx="6360360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C6A72-83DA-639D-5725-33B38218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B04A7-64DA-4ECE-9C9C-AFBCE5FC9C29}" type="datetime1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82A3C-EAE1-1A55-B294-AE809551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F6488-930A-F801-B4DF-460B2663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7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952F-9A76-BF84-3D64-53E2CEF0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atin typeface="Arial Rounded MT Bold" panose="020F0704030504030204" pitchFamily="34" charset="0"/>
              </a:rPr>
              <a:t>Thank you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B5F0E-E727-A169-FE0E-E9BC6EFF1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>
                <a:latin typeface="Arial Rounded MT Bold" panose="020F0704030504030204" pitchFamily="34" charset="0"/>
              </a:rPr>
              <a:t>End </a:t>
            </a:r>
          </a:p>
          <a:p>
            <a:pPr marL="0" indent="0" algn="ctr">
              <a:buNone/>
            </a:pPr>
            <a:r>
              <a:rPr lang="en-US" sz="5400" dirty="0">
                <a:latin typeface="Arial Rounded MT Bold" panose="020F0704030504030204" pitchFamily="34" charset="0"/>
              </a:rPr>
              <a:t>of </a:t>
            </a:r>
          </a:p>
          <a:p>
            <a:pPr marL="0" indent="0" algn="ctr">
              <a:buNone/>
            </a:pPr>
            <a:r>
              <a:rPr lang="en-US" sz="5400" dirty="0">
                <a:latin typeface="Arial Rounded MT Bold" panose="020F0704030504030204" pitchFamily="34" charset="0"/>
              </a:rPr>
              <a:t>Lecture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94E04-D828-AE42-FAAB-B0D13CE9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172-B0C4-41CB-96F0-042EDEFB1344}" type="datetime1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EE553-C381-DF44-866E-B316E04D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Chowdhury Mujaddid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F69A6-88DB-E3E4-A973-1D79F7DF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F991-51AF-4522-BE5B-4D98D37A70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301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Office Theme</vt:lpstr>
      <vt:lpstr>Population &amp; Human Resources</vt:lpstr>
      <vt:lpstr>Bangladesh Population</vt:lpstr>
      <vt:lpstr>Birth rate calculation</vt:lpstr>
      <vt:lpstr>Mortality rate calculation</vt:lpstr>
      <vt:lpstr>Demographic Dividend</vt:lpstr>
      <vt:lpstr>Human Resource</vt:lpstr>
      <vt:lpstr>The prospect of Bangladesh’s Human Resource </vt:lpstr>
      <vt:lpstr>The prospect of Bangladesh’s Human Resource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Population &amp; Human Recourse</dc:title>
  <dc:creator>Chowdhury Mujaddid Ahmed</dc:creator>
  <cp:lastModifiedBy>Chowdhury Mujaddid Ahmed</cp:lastModifiedBy>
  <cp:revision>9</cp:revision>
  <dcterms:created xsi:type="dcterms:W3CDTF">2023-05-14T05:29:13Z</dcterms:created>
  <dcterms:modified xsi:type="dcterms:W3CDTF">2023-11-09T09:05:30Z</dcterms:modified>
</cp:coreProperties>
</file>