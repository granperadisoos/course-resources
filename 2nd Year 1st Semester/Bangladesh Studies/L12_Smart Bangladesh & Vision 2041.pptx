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BA4AE5-C93E-4053-96E3-2E01F4CAF678}" type="datetimeFigureOut">
              <a:rPr lang="en-US" smtClean="0"/>
              <a:t>5/27/2023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F37A2-D8F5-4A2A-9818-5880E2AA4F61}" type="slidenum">
              <a:rPr lang="en-US" smtClean="0"/>
              <a:t>‹#›</a:t>
            </a:fld>
            <a:endParaRPr lang="en-US"/>
          </a:p>
        </p:txBody>
      </p:sp>
    </p:spTree>
    <p:extLst>
      <p:ext uri="{BB962C8B-B14F-4D97-AF65-F5344CB8AC3E}">
        <p14:creationId xmlns:p14="http://schemas.microsoft.com/office/powerpoint/2010/main" val="841667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9C64-FF67-C520-DC3F-5AE3FBFFCA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9F3298-5A7A-3B1A-4CA5-D3F44CA712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CB97A7-C107-D6E0-4636-050372486700}"/>
              </a:ext>
            </a:extLst>
          </p:cNvPr>
          <p:cNvSpPr>
            <a:spLocks noGrp="1"/>
          </p:cNvSpPr>
          <p:nvPr>
            <p:ph type="dt" sz="half" idx="10"/>
          </p:nvPr>
        </p:nvSpPr>
        <p:spPr/>
        <p:txBody>
          <a:bodyPr/>
          <a:lstStyle/>
          <a:p>
            <a:fld id="{0F197E92-FEC6-421D-A0C8-D1BFB4D5247F}" type="datetime1">
              <a:rPr lang="en-US" smtClean="0"/>
              <a:t>5/27/2023</a:t>
            </a:fld>
            <a:endParaRPr lang="en-US"/>
          </a:p>
        </p:txBody>
      </p:sp>
      <p:sp>
        <p:nvSpPr>
          <p:cNvPr id="5" name="Footer Placeholder 4">
            <a:extLst>
              <a:ext uri="{FF2B5EF4-FFF2-40B4-BE49-F238E27FC236}">
                <a16:creationId xmlns:a16="http://schemas.microsoft.com/office/drawing/2014/main" id="{0FCA8ED8-3F0A-9379-0C00-318A6E58FFA0}"/>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2759E285-8B0D-1A0D-523D-A5BAB7EDE0F2}"/>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1511088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1D39B-CCEC-5D9B-960E-C1C8028CC9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052F62-0033-731F-9A1C-FE7AC8C4AB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5045C-120B-1F3E-E3C8-A70DF1A46ED7}"/>
              </a:ext>
            </a:extLst>
          </p:cNvPr>
          <p:cNvSpPr>
            <a:spLocks noGrp="1"/>
          </p:cNvSpPr>
          <p:nvPr>
            <p:ph type="dt" sz="half" idx="10"/>
          </p:nvPr>
        </p:nvSpPr>
        <p:spPr/>
        <p:txBody>
          <a:bodyPr/>
          <a:lstStyle/>
          <a:p>
            <a:fld id="{9CF95015-E13D-4728-AEA9-EB1436BD60CF}" type="datetime1">
              <a:rPr lang="en-US" smtClean="0"/>
              <a:t>5/27/2023</a:t>
            </a:fld>
            <a:endParaRPr lang="en-US"/>
          </a:p>
        </p:txBody>
      </p:sp>
      <p:sp>
        <p:nvSpPr>
          <p:cNvPr id="5" name="Footer Placeholder 4">
            <a:extLst>
              <a:ext uri="{FF2B5EF4-FFF2-40B4-BE49-F238E27FC236}">
                <a16:creationId xmlns:a16="http://schemas.microsoft.com/office/drawing/2014/main" id="{375050B2-477F-6122-D7CE-45BA0A8B9C40}"/>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644B2119-0F7F-9F18-23BD-F0D69D03AB0D}"/>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1199127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8F6D-A2BE-8391-3336-3ED11B3DB6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D6E84E-1EC1-4425-EAA6-944B337742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698578-2217-7A3C-C878-7D174CB8B37D}"/>
              </a:ext>
            </a:extLst>
          </p:cNvPr>
          <p:cNvSpPr>
            <a:spLocks noGrp="1"/>
          </p:cNvSpPr>
          <p:nvPr>
            <p:ph type="dt" sz="half" idx="10"/>
          </p:nvPr>
        </p:nvSpPr>
        <p:spPr/>
        <p:txBody>
          <a:bodyPr/>
          <a:lstStyle/>
          <a:p>
            <a:fld id="{07742B6E-53B1-4C21-8279-EC670CE88859}" type="datetime1">
              <a:rPr lang="en-US" smtClean="0"/>
              <a:t>5/27/2023</a:t>
            </a:fld>
            <a:endParaRPr lang="en-US"/>
          </a:p>
        </p:txBody>
      </p:sp>
      <p:sp>
        <p:nvSpPr>
          <p:cNvPr id="5" name="Footer Placeholder 4">
            <a:extLst>
              <a:ext uri="{FF2B5EF4-FFF2-40B4-BE49-F238E27FC236}">
                <a16:creationId xmlns:a16="http://schemas.microsoft.com/office/drawing/2014/main" id="{A0EB970D-E889-CE06-D272-40E3D75018D3}"/>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82669DE7-55C5-56D6-2BED-295FF2F46574}"/>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4187796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DDAE-5364-AF83-657A-EA3FB64FA8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37C23A-65F6-097B-A004-C41768FF87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30DD96-F12A-86C3-2EDA-43800628B1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74C1B7-99F3-D782-F428-0B04FF537C9C}"/>
              </a:ext>
            </a:extLst>
          </p:cNvPr>
          <p:cNvSpPr>
            <a:spLocks noGrp="1"/>
          </p:cNvSpPr>
          <p:nvPr>
            <p:ph type="dt" sz="half" idx="10"/>
          </p:nvPr>
        </p:nvSpPr>
        <p:spPr/>
        <p:txBody>
          <a:bodyPr/>
          <a:lstStyle/>
          <a:p>
            <a:fld id="{2C4B7F4A-ED1E-47FB-8757-E9E22D347900}" type="datetime1">
              <a:rPr lang="en-US" smtClean="0"/>
              <a:t>5/27/2023</a:t>
            </a:fld>
            <a:endParaRPr lang="en-US"/>
          </a:p>
        </p:txBody>
      </p:sp>
      <p:sp>
        <p:nvSpPr>
          <p:cNvPr id="6" name="Footer Placeholder 5">
            <a:extLst>
              <a:ext uri="{FF2B5EF4-FFF2-40B4-BE49-F238E27FC236}">
                <a16:creationId xmlns:a16="http://schemas.microsoft.com/office/drawing/2014/main" id="{9C1780BE-5E32-75CE-060C-E0EC8D553D32}"/>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1012D9C8-9BA2-245A-A798-23A7E05BF38F}"/>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279864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54D1-E4F1-14C9-DF69-F7E6793EE7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9D9735-2783-4812-E895-2BDAE6A62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E7A26F-3C79-571E-695C-A77DFB78B6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2551D2-4051-B959-E647-320EBDDE13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5B4BEB-226C-C16E-ED14-A680EC8B1E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CB9BFA-8B18-455B-4E2F-DC94DC68B67F}"/>
              </a:ext>
            </a:extLst>
          </p:cNvPr>
          <p:cNvSpPr>
            <a:spLocks noGrp="1"/>
          </p:cNvSpPr>
          <p:nvPr>
            <p:ph type="dt" sz="half" idx="10"/>
          </p:nvPr>
        </p:nvSpPr>
        <p:spPr/>
        <p:txBody>
          <a:bodyPr/>
          <a:lstStyle/>
          <a:p>
            <a:fld id="{178FE655-1930-404F-9747-BD937FFB5B6F}" type="datetime1">
              <a:rPr lang="en-US" smtClean="0"/>
              <a:t>5/27/2023</a:t>
            </a:fld>
            <a:endParaRPr lang="en-US"/>
          </a:p>
        </p:txBody>
      </p:sp>
      <p:sp>
        <p:nvSpPr>
          <p:cNvPr id="8" name="Footer Placeholder 7">
            <a:extLst>
              <a:ext uri="{FF2B5EF4-FFF2-40B4-BE49-F238E27FC236}">
                <a16:creationId xmlns:a16="http://schemas.microsoft.com/office/drawing/2014/main" id="{2BF59943-7C3D-2987-F5AA-6BD56F0B470D}"/>
              </a:ext>
            </a:extLst>
          </p:cNvPr>
          <p:cNvSpPr>
            <a:spLocks noGrp="1"/>
          </p:cNvSpPr>
          <p:nvPr>
            <p:ph type="ftr" sz="quarter" idx="11"/>
          </p:nvPr>
        </p:nvSpPr>
        <p:spPr/>
        <p:txBody>
          <a:bodyPr/>
          <a:lstStyle/>
          <a:p>
            <a:r>
              <a:rPr lang="en-US"/>
              <a:t>Chowdhury Mujaddid Ahmed</a:t>
            </a:r>
          </a:p>
        </p:txBody>
      </p:sp>
      <p:sp>
        <p:nvSpPr>
          <p:cNvPr id="9" name="Slide Number Placeholder 8">
            <a:extLst>
              <a:ext uri="{FF2B5EF4-FFF2-40B4-BE49-F238E27FC236}">
                <a16:creationId xmlns:a16="http://schemas.microsoft.com/office/drawing/2014/main" id="{3EFA7E0A-F841-7A3C-0C07-1FBB36BE213A}"/>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867174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8DE5-98D5-86B1-1081-3064C4F17F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266E8F-6E33-DDFF-58E8-D45F83D785D5}"/>
              </a:ext>
            </a:extLst>
          </p:cNvPr>
          <p:cNvSpPr>
            <a:spLocks noGrp="1"/>
          </p:cNvSpPr>
          <p:nvPr>
            <p:ph type="dt" sz="half" idx="10"/>
          </p:nvPr>
        </p:nvSpPr>
        <p:spPr/>
        <p:txBody>
          <a:bodyPr/>
          <a:lstStyle/>
          <a:p>
            <a:fld id="{EF6F73EC-1291-47F4-BC18-403F250C3F5D}" type="datetime1">
              <a:rPr lang="en-US" smtClean="0"/>
              <a:t>5/27/2023</a:t>
            </a:fld>
            <a:endParaRPr lang="en-US"/>
          </a:p>
        </p:txBody>
      </p:sp>
      <p:sp>
        <p:nvSpPr>
          <p:cNvPr id="4" name="Footer Placeholder 3">
            <a:extLst>
              <a:ext uri="{FF2B5EF4-FFF2-40B4-BE49-F238E27FC236}">
                <a16:creationId xmlns:a16="http://schemas.microsoft.com/office/drawing/2014/main" id="{374F6C39-A9B0-9504-9C7E-7AA492F0A2CF}"/>
              </a:ext>
            </a:extLst>
          </p:cNvPr>
          <p:cNvSpPr>
            <a:spLocks noGrp="1"/>
          </p:cNvSpPr>
          <p:nvPr>
            <p:ph type="ftr" sz="quarter" idx="11"/>
          </p:nvPr>
        </p:nvSpPr>
        <p:spPr/>
        <p:txBody>
          <a:bodyPr/>
          <a:lstStyle/>
          <a:p>
            <a:r>
              <a:rPr lang="en-US"/>
              <a:t>Chowdhury Mujaddid Ahmed</a:t>
            </a:r>
          </a:p>
        </p:txBody>
      </p:sp>
      <p:sp>
        <p:nvSpPr>
          <p:cNvPr id="5" name="Slide Number Placeholder 4">
            <a:extLst>
              <a:ext uri="{FF2B5EF4-FFF2-40B4-BE49-F238E27FC236}">
                <a16:creationId xmlns:a16="http://schemas.microsoft.com/office/drawing/2014/main" id="{8E79B288-7AB3-FC46-62FB-BEAD4DF3BFD7}"/>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3438871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799DC-C77E-B571-9292-12709D41BA7A}"/>
              </a:ext>
            </a:extLst>
          </p:cNvPr>
          <p:cNvSpPr>
            <a:spLocks noGrp="1"/>
          </p:cNvSpPr>
          <p:nvPr>
            <p:ph type="dt" sz="half" idx="10"/>
          </p:nvPr>
        </p:nvSpPr>
        <p:spPr/>
        <p:txBody>
          <a:bodyPr/>
          <a:lstStyle/>
          <a:p>
            <a:fld id="{8A0457D3-0629-4DED-8CEF-A53245E51BF7}" type="datetime1">
              <a:rPr lang="en-US" smtClean="0"/>
              <a:t>5/27/2023</a:t>
            </a:fld>
            <a:endParaRPr lang="en-US"/>
          </a:p>
        </p:txBody>
      </p:sp>
      <p:sp>
        <p:nvSpPr>
          <p:cNvPr id="3" name="Footer Placeholder 2">
            <a:extLst>
              <a:ext uri="{FF2B5EF4-FFF2-40B4-BE49-F238E27FC236}">
                <a16:creationId xmlns:a16="http://schemas.microsoft.com/office/drawing/2014/main" id="{F499C10C-56BE-F9D7-9EFD-1CB5FCDF792D}"/>
              </a:ext>
            </a:extLst>
          </p:cNvPr>
          <p:cNvSpPr>
            <a:spLocks noGrp="1"/>
          </p:cNvSpPr>
          <p:nvPr>
            <p:ph type="ftr" sz="quarter" idx="11"/>
          </p:nvPr>
        </p:nvSpPr>
        <p:spPr/>
        <p:txBody>
          <a:bodyPr/>
          <a:lstStyle/>
          <a:p>
            <a:r>
              <a:rPr lang="en-US"/>
              <a:t>Chowdhury Mujaddid Ahmed</a:t>
            </a:r>
          </a:p>
        </p:txBody>
      </p:sp>
      <p:sp>
        <p:nvSpPr>
          <p:cNvPr id="4" name="Slide Number Placeholder 3">
            <a:extLst>
              <a:ext uri="{FF2B5EF4-FFF2-40B4-BE49-F238E27FC236}">
                <a16:creationId xmlns:a16="http://schemas.microsoft.com/office/drawing/2014/main" id="{DAD3A7BE-03D2-27F7-FE7D-3EC31F9E2A41}"/>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1076670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E62C-A663-A24E-08C6-366E574D3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79FCE2-360C-5B75-F42A-DF33919645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1CA611-E89D-73DE-8976-96D8C38B10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1408E-6A1D-1416-6E7C-B0270F3C5ED2}"/>
              </a:ext>
            </a:extLst>
          </p:cNvPr>
          <p:cNvSpPr>
            <a:spLocks noGrp="1"/>
          </p:cNvSpPr>
          <p:nvPr>
            <p:ph type="dt" sz="half" idx="10"/>
          </p:nvPr>
        </p:nvSpPr>
        <p:spPr/>
        <p:txBody>
          <a:bodyPr/>
          <a:lstStyle/>
          <a:p>
            <a:fld id="{A22673FE-2283-4843-8381-2F76E731C6B4}" type="datetime1">
              <a:rPr lang="en-US" smtClean="0"/>
              <a:t>5/27/2023</a:t>
            </a:fld>
            <a:endParaRPr lang="en-US"/>
          </a:p>
        </p:txBody>
      </p:sp>
      <p:sp>
        <p:nvSpPr>
          <p:cNvPr id="6" name="Footer Placeholder 5">
            <a:extLst>
              <a:ext uri="{FF2B5EF4-FFF2-40B4-BE49-F238E27FC236}">
                <a16:creationId xmlns:a16="http://schemas.microsoft.com/office/drawing/2014/main" id="{638A2B01-C91F-9289-FF1A-C3A303854528}"/>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3EC2D3A3-CFF3-4BC0-E60E-6B6EAA1033F6}"/>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1295475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27D91-E468-3C2C-FF17-1134737EA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D79F38-FB42-5EA1-39D5-731AF78D13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69B4C3-775E-571E-B3CF-AC2982344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08E588-F71E-0D65-ED86-3F49F12C0E55}"/>
              </a:ext>
            </a:extLst>
          </p:cNvPr>
          <p:cNvSpPr>
            <a:spLocks noGrp="1"/>
          </p:cNvSpPr>
          <p:nvPr>
            <p:ph type="dt" sz="half" idx="10"/>
          </p:nvPr>
        </p:nvSpPr>
        <p:spPr/>
        <p:txBody>
          <a:bodyPr/>
          <a:lstStyle/>
          <a:p>
            <a:fld id="{D759E807-44DB-43CE-B07F-CB955DF5E1F4}" type="datetime1">
              <a:rPr lang="en-US" smtClean="0"/>
              <a:t>5/27/2023</a:t>
            </a:fld>
            <a:endParaRPr lang="en-US"/>
          </a:p>
        </p:txBody>
      </p:sp>
      <p:sp>
        <p:nvSpPr>
          <p:cNvPr id="6" name="Footer Placeholder 5">
            <a:extLst>
              <a:ext uri="{FF2B5EF4-FFF2-40B4-BE49-F238E27FC236}">
                <a16:creationId xmlns:a16="http://schemas.microsoft.com/office/drawing/2014/main" id="{7F07FE21-8988-0A90-630C-DF26391CE5EF}"/>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2E8F6F6A-B68F-857C-5433-A9E857933C25}"/>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2231427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F235-92A1-25BB-1AEE-AAD4B1B3AB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2605A3-0B4E-DAF6-47C3-405D1FE2FF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6AA09B-EFC7-B6A4-E998-04A6F4F756A5}"/>
              </a:ext>
            </a:extLst>
          </p:cNvPr>
          <p:cNvSpPr>
            <a:spLocks noGrp="1"/>
          </p:cNvSpPr>
          <p:nvPr>
            <p:ph type="dt" sz="half" idx="10"/>
          </p:nvPr>
        </p:nvSpPr>
        <p:spPr/>
        <p:txBody>
          <a:bodyPr/>
          <a:lstStyle/>
          <a:p>
            <a:fld id="{8C35EE4E-5F71-446D-972D-334039496933}" type="datetime1">
              <a:rPr lang="en-US" smtClean="0"/>
              <a:t>5/27/2023</a:t>
            </a:fld>
            <a:endParaRPr lang="en-US"/>
          </a:p>
        </p:txBody>
      </p:sp>
      <p:sp>
        <p:nvSpPr>
          <p:cNvPr id="5" name="Footer Placeholder 4">
            <a:extLst>
              <a:ext uri="{FF2B5EF4-FFF2-40B4-BE49-F238E27FC236}">
                <a16:creationId xmlns:a16="http://schemas.microsoft.com/office/drawing/2014/main" id="{E53D7CD1-B3F1-D4A9-F960-340B52AFAA01}"/>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4AEBAD48-6D43-0DBC-CBAC-2F17F358C1C0}"/>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66042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EDE4D-B47A-399E-E9F6-BB79794BE9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A25512-5A74-2626-62F0-F02DC5A38E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B8866-B9E8-0D4C-40C6-AD8433E9BC1B}"/>
              </a:ext>
            </a:extLst>
          </p:cNvPr>
          <p:cNvSpPr>
            <a:spLocks noGrp="1"/>
          </p:cNvSpPr>
          <p:nvPr>
            <p:ph type="dt" sz="half" idx="10"/>
          </p:nvPr>
        </p:nvSpPr>
        <p:spPr/>
        <p:txBody>
          <a:bodyPr/>
          <a:lstStyle/>
          <a:p>
            <a:fld id="{CE204509-F1F7-4B67-B4BC-7AED3A537A7D}" type="datetime1">
              <a:rPr lang="en-US" smtClean="0"/>
              <a:t>5/27/2023</a:t>
            </a:fld>
            <a:endParaRPr lang="en-US"/>
          </a:p>
        </p:txBody>
      </p:sp>
      <p:sp>
        <p:nvSpPr>
          <p:cNvPr id="5" name="Footer Placeholder 4">
            <a:extLst>
              <a:ext uri="{FF2B5EF4-FFF2-40B4-BE49-F238E27FC236}">
                <a16:creationId xmlns:a16="http://schemas.microsoft.com/office/drawing/2014/main" id="{15A758E2-8231-A403-5B2F-29F3B93790D4}"/>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94C3EF77-1EBB-58CC-E4B3-654F6AA7FCC0}"/>
              </a:ext>
            </a:extLst>
          </p:cNvPr>
          <p:cNvSpPr>
            <a:spLocks noGrp="1"/>
          </p:cNvSpPr>
          <p:nvPr>
            <p:ph type="sldNum" sz="quarter" idx="12"/>
          </p:nvPr>
        </p:nvSpPr>
        <p:spPr/>
        <p:txBody>
          <a:bodyPr/>
          <a:lstStyle/>
          <a:p>
            <a:fld id="{1349A561-DE91-4A83-812F-2F9BCE9D2995}" type="slidenum">
              <a:rPr lang="en-US" smtClean="0"/>
              <a:t>‹#›</a:t>
            </a:fld>
            <a:endParaRPr lang="en-US"/>
          </a:p>
        </p:txBody>
      </p:sp>
    </p:spTree>
    <p:extLst>
      <p:ext uri="{BB962C8B-B14F-4D97-AF65-F5344CB8AC3E}">
        <p14:creationId xmlns:p14="http://schemas.microsoft.com/office/powerpoint/2010/main" val="746572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DE0EF1-950E-5D04-1002-7D67567B5C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A42F87-37B7-A5B1-D3B1-E8797581B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8C2D4F-C322-1739-A9DF-F2B7A3EA72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E870D6-9D71-4A8B-91B5-13357F9E0872}" type="datetime1">
              <a:rPr lang="en-US" smtClean="0"/>
              <a:t>5/27/2023</a:t>
            </a:fld>
            <a:endParaRPr lang="en-US"/>
          </a:p>
        </p:txBody>
      </p:sp>
      <p:sp>
        <p:nvSpPr>
          <p:cNvPr id="5" name="Footer Placeholder 4">
            <a:extLst>
              <a:ext uri="{FF2B5EF4-FFF2-40B4-BE49-F238E27FC236}">
                <a16:creationId xmlns:a16="http://schemas.microsoft.com/office/drawing/2014/main" id="{B83DA8A7-10B0-CA2D-0E52-672C194DE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Chowdhury Mujaddid Ahmed</a:t>
            </a:r>
          </a:p>
        </p:txBody>
      </p:sp>
      <p:sp>
        <p:nvSpPr>
          <p:cNvPr id="6" name="Slide Number Placeholder 5">
            <a:extLst>
              <a:ext uri="{FF2B5EF4-FFF2-40B4-BE49-F238E27FC236}">
                <a16:creationId xmlns:a16="http://schemas.microsoft.com/office/drawing/2014/main" id="{0D6C58AE-B6ED-96D4-6A4A-530581B020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9A561-DE91-4A83-812F-2F9BCE9D2995}" type="slidenum">
              <a:rPr lang="en-US" smtClean="0"/>
              <a:t>‹#›</a:t>
            </a:fld>
            <a:endParaRPr lang="en-US"/>
          </a:p>
        </p:txBody>
      </p:sp>
    </p:spTree>
    <p:extLst>
      <p:ext uri="{BB962C8B-B14F-4D97-AF65-F5344CB8AC3E}">
        <p14:creationId xmlns:p14="http://schemas.microsoft.com/office/powerpoint/2010/main" val="3847349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EB1DC-2C16-EBB2-CC85-F4329EEC93FF}"/>
              </a:ext>
            </a:extLst>
          </p:cNvPr>
          <p:cNvSpPr>
            <a:spLocks noGrp="1"/>
          </p:cNvSpPr>
          <p:nvPr>
            <p:ph type="ctrTitle"/>
          </p:nvPr>
        </p:nvSpPr>
        <p:spPr/>
        <p:txBody>
          <a:bodyPr/>
          <a:lstStyle/>
          <a:p>
            <a:r>
              <a:rPr lang="en-US" dirty="0">
                <a:latin typeface="Arial Rounded MT Bold" panose="020F0704030504030204" pitchFamily="34" charset="0"/>
              </a:rPr>
              <a:t>Smart Bangladesh &amp; Vision 2041</a:t>
            </a:r>
          </a:p>
        </p:txBody>
      </p:sp>
      <p:sp>
        <p:nvSpPr>
          <p:cNvPr id="3" name="Subtitle 2">
            <a:extLst>
              <a:ext uri="{FF2B5EF4-FFF2-40B4-BE49-F238E27FC236}">
                <a16:creationId xmlns:a16="http://schemas.microsoft.com/office/drawing/2014/main" id="{E4C8880D-55FD-2A83-007D-FAB8728A1B7C}"/>
              </a:ext>
            </a:extLst>
          </p:cNvPr>
          <p:cNvSpPr>
            <a:spLocks noGrp="1"/>
          </p:cNvSpPr>
          <p:nvPr>
            <p:ph type="subTitle" idx="1"/>
          </p:nvPr>
        </p:nvSpPr>
        <p:spPr/>
        <p:txBody>
          <a:bodyPr/>
          <a:lstStyle/>
          <a:p>
            <a:r>
              <a:rPr lang="en-US" dirty="0"/>
              <a:t>By </a:t>
            </a:r>
          </a:p>
          <a:p>
            <a:r>
              <a:rPr lang="en-US" dirty="0"/>
              <a:t>Chowdhury Mujaddid Ahmed </a:t>
            </a:r>
          </a:p>
        </p:txBody>
      </p:sp>
      <p:sp>
        <p:nvSpPr>
          <p:cNvPr id="4" name="Date Placeholder 3">
            <a:extLst>
              <a:ext uri="{FF2B5EF4-FFF2-40B4-BE49-F238E27FC236}">
                <a16:creationId xmlns:a16="http://schemas.microsoft.com/office/drawing/2014/main" id="{9BC9627C-C010-5528-8D40-E40FE5F45A4B}"/>
              </a:ext>
            </a:extLst>
          </p:cNvPr>
          <p:cNvSpPr>
            <a:spLocks noGrp="1"/>
          </p:cNvSpPr>
          <p:nvPr>
            <p:ph type="dt" sz="half" idx="10"/>
          </p:nvPr>
        </p:nvSpPr>
        <p:spPr/>
        <p:txBody>
          <a:bodyPr/>
          <a:lstStyle/>
          <a:p>
            <a:fld id="{8D965400-8AE5-424F-9517-1A7AE9F4DC83}" type="datetime1">
              <a:rPr lang="en-US" smtClean="0"/>
              <a:t>5/27/2023</a:t>
            </a:fld>
            <a:endParaRPr lang="en-US"/>
          </a:p>
        </p:txBody>
      </p:sp>
      <p:sp>
        <p:nvSpPr>
          <p:cNvPr id="5" name="Footer Placeholder 4">
            <a:extLst>
              <a:ext uri="{FF2B5EF4-FFF2-40B4-BE49-F238E27FC236}">
                <a16:creationId xmlns:a16="http://schemas.microsoft.com/office/drawing/2014/main" id="{31A5E51D-CC5D-B413-45F6-21072589C0D4}"/>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CE932C5F-63DA-94CA-CB01-DE4E5E1D306C}"/>
              </a:ext>
            </a:extLst>
          </p:cNvPr>
          <p:cNvSpPr>
            <a:spLocks noGrp="1"/>
          </p:cNvSpPr>
          <p:nvPr>
            <p:ph type="sldNum" sz="quarter" idx="12"/>
          </p:nvPr>
        </p:nvSpPr>
        <p:spPr/>
        <p:txBody>
          <a:bodyPr/>
          <a:lstStyle/>
          <a:p>
            <a:fld id="{1349A561-DE91-4A83-812F-2F9BCE9D2995}" type="slidenum">
              <a:rPr lang="en-US" smtClean="0"/>
              <a:t>1</a:t>
            </a:fld>
            <a:endParaRPr lang="en-US"/>
          </a:p>
        </p:txBody>
      </p:sp>
    </p:spTree>
    <p:extLst>
      <p:ext uri="{BB962C8B-B14F-4D97-AF65-F5344CB8AC3E}">
        <p14:creationId xmlns:p14="http://schemas.microsoft.com/office/powerpoint/2010/main" val="2627790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7C8C-2346-2464-9E8A-0EBF7BC6CFD7}"/>
              </a:ext>
            </a:extLst>
          </p:cNvPr>
          <p:cNvSpPr>
            <a:spLocks noGrp="1"/>
          </p:cNvSpPr>
          <p:nvPr>
            <p:ph type="title"/>
          </p:nvPr>
        </p:nvSpPr>
        <p:spPr/>
        <p:txBody>
          <a:bodyPr/>
          <a:lstStyle/>
          <a:p>
            <a:pPr algn="ctr"/>
            <a:r>
              <a:rPr lang="en-US" dirty="0">
                <a:latin typeface="Arial Rounded MT Bold" panose="020F0704030504030204" pitchFamily="34" charset="0"/>
              </a:rPr>
              <a:t>What is Smart Bangladesh</a:t>
            </a:r>
          </a:p>
        </p:txBody>
      </p:sp>
      <p:sp>
        <p:nvSpPr>
          <p:cNvPr id="3" name="Content Placeholder 2">
            <a:extLst>
              <a:ext uri="{FF2B5EF4-FFF2-40B4-BE49-F238E27FC236}">
                <a16:creationId xmlns:a16="http://schemas.microsoft.com/office/drawing/2014/main" id="{348E106C-0EE2-A085-80B5-DC7AD8960158}"/>
              </a:ext>
            </a:extLst>
          </p:cNvPr>
          <p:cNvSpPr>
            <a:spLocks noGrp="1"/>
          </p:cNvSpPr>
          <p:nvPr>
            <p:ph idx="1"/>
          </p:nvPr>
        </p:nvSpPr>
        <p:spPr/>
        <p:txBody>
          <a:bodyPr/>
          <a:lstStyle/>
          <a:p>
            <a:pPr marL="0" indent="0" algn="just">
              <a:buNone/>
            </a:pPr>
            <a:r>
              <a:rPr lang="en-US" dirty="0"/>
              <a:t>Smart Bangladesh is an initiative led by the Government of Bangladesh aiming to transform Bangladesh into a technologically advanced and sustainable society. Building on the foundation of the Digital Bangladesh initiative, Smart Bangladesh envisions the development of smart cities, smart agriculture, smart healthcare, smart education, smart energy, smart governance, and smart institutions with the ultimate goal of creating a more prosperous, equitable, and sustainable future for the people of Bangladesh.</a:t>
            </a:r>
          </a:p>
        </p:txBody>
      </p:sp>
      <p:sp>
        <p:nvSpPr>
          <p:cNvPr id="4" name="Date Placeholder 3">
            <a:extLst>
              <a:ext uri="{FF2B5EF4-FFF2-40B4-BE49-F238E27FC236}">
                <a16:creationId xmlns:a16="http://schemas.microsoft.com/office/drawing/2014/main" id="{88B770B8-0E88-3750-1C5F-466D5AC0819B}"/>
              </a:ext>
            </a:extLst>
          </p:cNvPr>
          <p:cNvSpPr>
            <a:spLocks noGrp="1"/>
          </p:cNvSpPr>
          <p:nvPr>
            <p:ph type="dt" sz="half" idx="10"/>
          </p:nvPr>
        </p:nvSpPr>
        <p:spPr/>
        <p:txBody>
          <a:bodyPr/>
          <a:lstStyle/>
          <a:p>
            <a:fld id="{A72DD60F-7AE7-4FB3-BDFF-6EE9ED35826D}" type="datetime1">
              <a:rPr lang="en-US" smtClean="0"/>
              <a:t>5/27/2023</a:t>
            </a:fld>
            <a:endParaRPr lang="en-US"/>
          </a:p>
        </p:txBody>
      </p:sp>
      <p:sp>
        <p:nvSpPr>
          <p:cNvPr id="5" name="Footer Placeholder 4">
            <a:extLst>
              <a:ext uri="{FF2B5EF4-FFF2-40B4-BE49-F238E27FC236}">
                <a16:creationId xmlns:a16="http://schemas.microsoft.com/office/drawing/2014/main" id="{C4345C0F-FF4F-30B9-9EF4-FC56F763F29A}"/>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18C0A820-C4F2-E10A-3DE4-619FAEE184E8}"/>
              </a:ext>
            </a:extLst>
          </p:cNvPr>
          <p:cNvSpPr>
            <a:spLocks noGrp="1"/>
          </p:cNvSpPr>
          <p:nvPr>
            <p:ph type="sldNum" sz="quarter" idx="12"/>
          </p:nvPr>
        </p:nvSpPr>
        <p:spPr/>
        <p:txBody>
          <a:bodyPr/>
          <a:lstStyle/>
          <a:p>
            <a:fld id="{1349A561-DE91-4A83-812F-2F9BCE9D2995}" type="slidenum">
              <a:rPr lang="en-US" smtClean="0"/>
              <a:t>2</a:t>
            </a:fld>
            <a:endParaRPr lang="en-US"/>
          </a:p>
        </p:txBody>
      </p:sp>
    </p:spTree>
    <p:extLst>
      <p:ext uri="{BB962C8B-B14F-4D97-AF65-F5344CB8AC3E}">
        <p14:creationId xmlns:p14="http://schemas.microsoft.com/office/powerpoint/2010/main" val="225783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1783-10FC-99D7-39F3-384B3DE65880}"/>
              </a:ext>
            </a:extLst>
          </p:cNvPr>
          <p:cNvSpPr>
            <a:spLocks noGrp="1"/>
          </p:cNvSpPr>
          <p:nvPr>
            <p:ph type="title"/>
          </p:nvPr>
        </p:nvSpPr>
        <p:spPr/>
        <p:txBody>
          <a:bodyPr/>
          <a:lstStyle/>
          <a:p>
            <a:pPr algn="ctr"/>
            <a:r>
              <a:rPr lang="en-US" dirty="0">
                <a:latin typeface="Arial Rounded MT Bold" panose="020F0704030504030204" pitchFamily="34" charset="0"/>
              </a:rPr>
              <a:t>Pillars of Smart Bangladesh</a:t>
            </a:r>
          </a:p>
        </p:txBody>
      </p:sp>
      <p:sp>
        <p:nvSpPr>
          <p:cNvPr id="4" name="Content Placeholder 3">
            <a:extLst>
              <a:ext uri="{FF2B5EF4-FFF2-40B4-BE49-F238E27FC236}">
                <a16:creationId xmlns:a16="http://schemas.microsoft.com/office/drawing/2014/main" id="{CF328075-8B7A-6502-1E27-3E662AC36A69}"/>
              </a:ext>
            </a:extLst>
          </p:cNvPr>
          <p:cNvSpPr>
            <a:spLocks noGrp="1"/>
          </p:cNvSpPr>
          <p:nvPr>
            <p:ph sz="half" idx="1"/>
          </p:nvPr>
        </p:nvSpPr>
        <p:spPr/>
        <p:txBody>
          <a:bodyPr/>
          <a:lstStyle/>
          <a:p>
            <a:pPr marL="0" indent="0">
              <a:buNone/>
            </a:pPr>
            <a:r>
              <a:rPr lang="en-US" dirty="0"/>
              <a:t>1. Smart Citizens</a:t>
            </a:r>
          </a:p>
          <a:p>
            <a:pPr marL="0" indent="0">
              <a:buNone/>
            </a:pPr>
            <a:endParaRPr lang="en-US" dirty="0"/>
          </a:p>
          <a:p>
            <a:pPr marL="0" indent="0">
              <a:buNone/>
            </a:pPr>
            <a:r>
              <a:rPr lang="en-US" dirty="0"/>
              <a:t>2. Smart Government</a:t>
            </a:r>
          </a:p>
          <a:p>
            <a:pPr marL="0" indent="0">
              <a:buNone/>
            </a:pPr>
            <a:endParaRPr lang="en-US" dirty="0"/>
          </a:p>
          <a:p>
            <a:pPr marL="0" indent="0">
              <a:buNone/>
            </a:pPr>
            <a:r>
              <a:rPr lang="en-US" dirty="0"/>
              <a:t>3. Smart Economy</a:t>
            </a:r>
          </a:p>
          <a:p>
            <a:pPr marL="0" indent="0">
              <a:buNone/>
            </a:pPr>
            <a:endParaRPr lang="en-US" dirty="0"/>
          </a:p>
          <a:p>
            <a:pPr marL="0" indent="0">
              <a:buNone/>
            </a:pPr>
            <a:r>
              <a:rPr lang="en-US" dirty="0"/>
              <a:t>4. Smart Society</a:t>
            </a:r>
          </a:p>
          <a:p>
            <a:pPr marL="0" indent="0">
              <a:buNone/>
            </a:pPr>
            <a:endParaRPr lang="en-US" dirty="0"/>
          </a:p>
          <a:p>
            <a:endParaRPr lang="en-US" dirty="0"/>
          </a:p>
        </p:txBody>
      </p:sp>
      <p:pic>
        <p:nvPicPr>
          <p:cNvPr id="7" name="Content Placeholder 6">
            <a:extLst>
              <a:ext uri="{FF2B5EF4-FFF2-40B4-BE49-F238E27FC236}">
                <a16:creationId xmlns:a16="http://schemas.microsoft.com/office/drawing/2014/main" id="{AB22F2C2-C6CB-44DA-BEBA-1FC5D58EBC06}"/>
              </a:ext>
            </a:extLst>
          </p:cNvPr>
          <p:cNvPicPr>
            <a:picLocks noGrp="1" noChangeAspect="1"/>
          </p:cNvPicPr>
          <p:nvPr>
            <p:ph sz="half" idx="2"/>
          </p:nvPr>
        </p:nvPicPr>
        <p:blipFill>
          <a:blip r:embed="rId2"/>
          <a:stretch>
            <a:fillRect/>
          </a:stretch>
        </p:blipFill>
        <p:spPr>
          <a:xfrm>
            <a:off x="5573026" y="2022851"/>
            <a:ext cx="5465143" cy="3636804"/>
          </a:xfrm>
          <a:prstGeom prst="rect">
            <a:avLst/>
          </a:prstGeom>
        </p:spPr>
      </p:pic>
      <p:sp>
        <p:nvSpPr>
          <p:cNvPr id="8" name="Date Placeholder 7">
            <a:extLst>
              <a:ext uri="{FF2B5EF4-FFF2-40B4-BE49-F238E27FC236}">
                <a16:creationId xmlns:a16="http://schemas.microsoft.com/office/drawing/2014/main" id="{02DF35FB-CD2C-E934-3098-1A193A23396F}"/>
              </a:ext>
            </a:extLst>
          </p:cNvPr>
          <p:cNvSpPr>
            <a:spLocks noGrp="1"/>
          </p:cNvSpPr>
          <p:nvPr>
            <p:ph type="dt" sz="half" idx="10"/>
          </p:nvPr>
        </p:nvSpPr>
        <p:spPr/>
        <p:txBody>
          <a:bodyPr/>
          <a:lstStyle/>
          <a:p>
            <a:fld id="{7659685A-0CF9-438A-918C-E46CEE33FB5C}" type="datetime1">
              <a:rPr lang="en-US" smtClean="0"/>
              <a:t>5/27/2023</a:t>
            </a:fld>
            <a:endParaRPr lang="en-US"/>
          </a:p>
        </p:txBody>
      </p:sp>
      <p:sp>
        <p:nvSpPr>
          <p:cNvPr id="9" name="Footer Placeholder 8">
            <a:extLst>
              <a:ext uri="{FF2B5EF4-FFF2-40B4-BE49-F238E27FC236}">
                <a16:creationId xmlns:a16="http://schemas.microsoft.com/office/drawing/2014/main" id="{28ABC10A-4DE8-5805-9EDB-89BFBF2925E0}"/>
              </a:ext>
            </a:extLst>
          </p:cNvPr>
          <p:cNvSpPr>
            <a:spLocks noGrp="1"/>
          </p:cNvSpPr>
          <p:nvPr>
            <p:ph type="ftr" sz="quarter" idx="11"/>
          </p:nvPr>
        </p:nvSpPr>
        <p:spPr/>
        <p:txBody>
          <a:bodyPr/>
          <a:lstStyle/>
          <a:p>
            <a:r>
              <a:rPr lang="en-US"/>
              <a:t>Chowdhury Mujaddid Ahmed</a:t>
            </a:r>
          </a:p>
        </p:txBody>
      </p:sp>
      <p:sp>
        <p:nvSpPr>
          <p:cNvPr id="10" name="Slide Number Placeholder 9">
            <a:extLst>
              <a:ext uri="{FF2B5EF4-FFF2-40B4-BE49-F238E27FC236}">
                <a16:creationId xmlns:a16="http://schemas.microsoft.com/office/drawing/2014/main" id="{4CE38E04-3248-71E0-57D0-715946481D51}"/>
              </a:ext>
            </a:extLst>
          </p:cNvPr>
          <p:cNvSpPr>
            <a:spLocks noGrp="1"/>
          </p:cNvSpPr>
          <p:nvPr>
            <p:ph type="sldNum" sz="quarter" idx="12"/>
          </p:nvPr>
        </p:nvSpPr>
        <p:spPr/>
        <p:txBody>
          <a:bodyPr/>
          <a:lstStyle/>
          <a:p>
            <a:fld id="{1349A561-DE91-4A83-812F-2F9BCE9D2995}" type="slidenum">
              <a:rPr lang="en-US" smtClean="0"/>
              <a:t>3</a:t>
            </a:fld>
            <a:endParaRPr lang="en-US"/>
          </a:p>
        </p:txBody>
      </p:sp>
    </p:spTree>
    <p:extLst>
      <p:ext uri="{BB962C8B-B14F-4D97-AF65-F5344CB8AC3E}">
        <p14:creationId xmlns:p14="http://schemas.microsoft.com/office/powerpoint/2010/main" val="3100581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1D0BF-7D90-58CA-7BD6-62B332683C72}"/>
              </a:ext>
            </a:extLst>
          </p:cNvPr>
          <p:cNvSpPr>
            <a:spLocks noGrp="1"/>
          </p:cNvSpPr>
          <p:nvPr>
            <p:ph type="title"/>
          </p:nvPr>
        </p:nvSpPr>
        <p:spPr/>
        <p:txBody>
          <a:bodyPr/>
          <a:lstStyle/>
          <a:p>
            <a:pPr algn="ctr"/>
            <a:r>
              <a:rPr lang="en-US" dirty="0">
                <a:latin typeface="Arial Rounded MT Bold" panose="020F0704030504030204" pitchFamily="34" charset="0"/>
              </a:rPr>
              <a:t>Smart Citizen: I am the solution Smart Citizens</a:t>
            </a:r>
            <a:endParaRPr lang="en-US" b="1" dirty="0">
              <a:latin typeface="Arial Rounded MT Bold" panose="020F0704030504030204" pitchFamily="34" charset="0"/>
            </a:endParaRPr>
          </a:p>
        </p:txBody>
      </p:sp>
      <p:sp>
        <p:nvSpPr>
          <p:cNvPr id="5" name="Content Placeholder 4">
            <a:extLst>
              <a:ext uri="{FF2B5EF4-FFF2-40B4-BE49-F238E27FC236}">
                <a16:creationId xmlns:a16="http://schemas.microsoft.com/office/drawing/2014/main" id="{3FC458F1-F4BC-D10D-1C14-AECC76D2666D}"/>
              </a:ext>
            </a:extLst>
          </p:cNvPr>
          <p:cNvSpPr>
            <a:spLocks noGrp="1"/>
          </p:cNvSpPr>
          <p:nvPr>
            <p:ph sz="half" idx="1"/>
          </p:nvPr>
        </p:nvSpPr>
        <p:spPr>
          <a:xfrm>
            <a:off x="838200" y="1825625"/>
            <a:ext cx="5591476" cy="4351338"/>
          </a:xfrm>
        </p:spPr>
        <p:txBody>
          <a:bodyPr/>
          <a:lstStyle/>
          <a:p>
            <a:pPr marL="0" indent="0" algn="just">
              <a:buNone/>
            </a:pPr>
            <a:r>
              <a:rPr lang="en-US" dirty="0"/>
              <a:t>Each citizen is empowered to make positive changes and contribute to nation-building. They will no longer be looking for a solution from those in “power”, be it in the government or the private sector. Instead, much like </a:t>
            </a:r>
            <a:r>
              <a:rPr lang="en-US" dirty="0" err="1"/>
              <a:t>Sharbani</a:t>
            </a:r>
            <a:r>
              <a:rPr lang="en-US" dirty="0"/>
              <a:t>, they are the first to be the solution.</a:t>
            </a:r>
          </a:p>
        </p:txBody>
      </p:sp>
      <p:pic>
        <p:nvPicPr>
          <p:cNvPr id="11" name="Content Placeholder 10" descr="Head with gears">
            <a:extLst>
              <a:ext uri="{FF2B5EF4-FFF2-40B4-BE49-F238E27FC236}">
                <a16:creationId xmlns:a16="http://schemas.microsoft.com/office/drawing/2014/main" id="{88E43751-6BC5-382F-6B9F-3F444ABD5DFC}"/>
              </a:ext>
            </a:extLst>
          </p:cNvPr>
          <p:cNvPicPr>
            <a:picLocks noGrp="1" noChangeAspect="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90585" y="2120357"/>
            <a:ext cx="3513221" cy="3513221"/>
          </a:xfrm>
        </p:spPr>
      </p:pic>
      <p:sp>
        <p:nvSpPr>
          <p:cNvPr id="6" name="Date Placeholder 5">
            <a:extLst>
              <a:ext uri="{FF2B5EF4-FFF2-40B4-BE49-F238E27FC236}">
                <a16:creationId xmlns:a16="http://schemas.microsoft.com/office/drawing/2014/main" id="{11C10684-A20D-21F0-8FB6-0658F654D934}"/>
              </a:ext>
            </a:extLst>
          </p:cNvPr>
          <p:cNvSpPr>
            <a:spLocks noGrp="1"/>
          </p:cNvSpPr>
          <p:nvPr>
            <p:ph type="dt" sz="half" idx="10"/>
          </p:nvPr>
        </p:nvSpPr>
        <p:spPr/>
        <p:txBody>
          <a:bodyPr/>
          <a:lstStyle/>
          <a:p>
            <a:fld id="{BE1AC09D-7D42-4834-8045-751D992352B8}" type="datetime1">
              <a:rPr lang="en-US" smtClean="0"/>
              <a:t>5/27/2023</a:t>
            </a:fld>
            <a:endParaRPr lang="en-US"/>
          </a:p>
        </p:txBody>
      </p:sp>
      <p:sp>
        <p:nvSpPr>
          <p:cNvPr id="7" name="Footer Placeholder 6">
            <a:extLst>
              <a:ext uri="{FF2B5EF4-FFF2-40B4-BE49-F238E27FC236}">
                <a16:creationId xmlns:a16="http://schemas.microsoft.com/office/drawing/2014/main" id="{829EE740-6E7B-AD1E-6EFD-89D25EDCF3B1}"/>
              </a:ext>
            </a:extLst>
          </p:cNvPr>
          <p:cNvSpPr>
            <a:spLocks noGrp="1"/>
          </p:cNvSpPr>
          <p:nvPr>
            <p:ph type="ftr" sz="quarter" idx="11"/>
          </p:nvPr>
        </p:nvSpPr>
        <p:spPr/>
        <p:txBody>
          <a:bodyPr/>
          <a:lstStyle/>
          <a:p>
            <a:r>
              <a:rPr lang="en-US"/>
              <a:t>Chowdhury Mujaddid Ahmed</a:t>
            </a:r>
          </a:p>
        </p:txBody>
      </p:sp>
      <p:sp>
        <p:nvSpPr>
          <p:cNvPr id="8" name="Slide Number Placeholder 7">
            <a:extLst>
              <a:ext uri="{FF2B5EF4-FFF2-40B4-BE49-F238E27FC236}">
                <a16:creationId xmlns:a16="http://schemas.microsoft.com/office/drawing/2014/main" id="{05A79D55-4FC4-1428-C09A-1D64C5244407}"/>
              </a:ext>
            </a:extLst>
          </p:cNvPr>
          <p:cNvSpPr>
            <a:spLocks noGrp="1"/>
          </p:cNvSpPr>
          <p:nvPr>
            <p:ph type="sldNum" sz="quarter" idx="12"/>
          </p:nvPr>
        </p:nvSpPr>
        <p:spPr/>
        <p:txBody>
          <a:bodyPr/>
          <a:lstStyle/>
          <a:p>
            <a:fld id="{1349A561-DE91-4A83-812F-2F9BCE9D2995}" type="slidenum">
              <a:rPr lang="en-US" smtClean="0"/>
              <a:t>4</a:t>
            </a:fld>
            <a:endParaRPr lang="en-US"/>
          </a:p>
        </p:txBody>
      </p:sp>
    </p:spTree>
    <p:extLst>
      <p:ext uri="{BB962C8B-B14F-4D97-AF65-F5344CB8AC3E}">
        <p14:creationId xmlns:p14="http://schemas.microsoft.com/office/powerpoint/2010/main" val="3713252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D373-CAB1-5824-7CF1-8752846FADA9}"/>
              </a:ext>
            </a:extLst>
          </p:cNvPr>
          <p:cNvSpPr>
            <a:spLocks noGrp="1"/>
          </p:cNvSpPr>
          <p:nvPr>
            <p:ph type="title"/>
          </p:nvPr>
        </p:nvSpPr>
        <p:spPr/>
        <p:txBody>
          <a:bodyPr/>
          <a:lstStyle/>
          <a:p>
            <a:pPr algn="ctr"/>
            <a:r>
              <a:rPr lang="en-US" dirty="0">
                <a:latin typeface="Arial Rounded MT Bold" panose="020F0704030504030204" pitchFamily="34" charset="0"/>
              </a:rPr>
              <a:t>2. Smart Government: The </a:t>
            </a:r>
            <a:r>
              <a:rPr lang="en-US" dirty="0" err="1">
                <a:latin typeface="Arial Rounded MT Bold" panose="020F0704030504030204" pitchFamily="34" charset="0"/>
              </a:rPr>
              <a:t>govpreneur</a:t>
            </a:r>
            <a:endParaRPr lang="en-US"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2D1A7B5B-0516-D393-5C15-577E6AD075D7}"/>
              </a:ext>
            </a:extLst>
          </p:cNvPr>
          <p:cNvSpPr>
            <a:spLocks noGrp="1"/>
          </p:cNvSpPr>
          <p:nvPr>
            <p:ph sz="half" idx="1"/>
          </p:nvPr>
        </p:nvSpPr>
        <p:spPr>
          <a:xfrm>
            <a:off x="838199" y="1825625"/>
            <a:ext cx="5524099" cy="4351338"/>
          </a:xfrm>
        </p:spPr>
        <p:txBody>
          <a:bodyPr/>
          <a:lstStyle/>
          <a:p>
            <a:pPr marL="0" indent="0" algn="just">
              <a:buNone/>
            </a:pPr>
            <a:r>
              <a:rPr lang="en-US" dirty="0"/>
              <a:t>Freedom to experiment, and being the facilitator for public-private partnerships that lead to not only solutions for citizens, but ultimately, trust in the government.</a:t>
            </a:r>
          </a:p>
        </p:txBody>
      </p:sp>
      <p:pic>
        <p:nvPicPr>
          <p:cNvPr id="9" name="Content Placeholder 8" descr="Group brainstorm">
            <a:extLst>
              <a:ext uri="{FF2B5EF4-FFF2-40B4-BE49-F238E27FC236}">
                <a16:creationId xmlns:a16="http://schemas.microsoft.com/office/drawing/2014/main" id="{D4786D60-377F-A408-7231-0D7BA56F7D89}"/>
              </a:ext>
            </a:extLst>
          </p:cNvPr>
          <p:cNvPicPr>
            <a:picLocks noGrp="1" noChangeAspect="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82201" y="2081054"/>
            <a:ext cx="3656798" cy="3656798"/>
          </a:xfrm>
        </p:spPr>
      </p:pic>
      <p:sp>
        <p:nvSpPr>
          <p:cNvPr id="4" name="Date Placeholder 3">
            <a:extLst>
              <a:ext uri="{FF2B5EF4-FFF2-40B4-BE49-F238E27FC236}">
                <a16:creationId xmlns:a16="http://schemas.microsoft.com/office/drawing/2014/main" id="{572DBA78-DBB0-5A23-A2C6-4D7A1F132D49}"/>
              </a:ext>
            </a:extLst>
          </p:cNvPr>
          <p:cNvSpPr>
            <a:spLocks noGrp="1"/>
          </p:cNvSpPr>
          <p:nvPr>
            <p:ph type="dt" sz="half" idx="10"/>
          </p:nvPr>
        </p:nvSpPr>
        <p:spPr/>
        <p:txBody>
          <a:bodyPr/>
          <a:lstStyle/>
          <a:p>
            <a:fld id="{454208A5-DCED-44AC-BDEE-FF9DF2D7F216}" type="datetime1">
              <a:rPr lang="en-US" smtClean="0"/>
              <a:t>5/27/2023</a:t>
            </a:fld>
            <a:endParaRPr lang="en-US"/>
          </a:p>
        </p:txBody>
      </p:sp>
      <p:sp>
        <p:nvSpPr>
          <p:cNvPr id="5" name="Footer Placeholder 4">
            <a:extLst>
              <a:ext uri="{FF2B5EF4-FFF2-40B4-BE49-F238E27FC236}">
                <a16:creationId xmlns:a16="http://schemas.microsoft.com/office/drawing/2014/main" id="{4B3A8A08-E8BD-CCAE-BA96-0D0516A2B664}"/>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EC9E2F6C-7A75-B906-91C0-F9CFEC6898F3}"/>
              </a:ext>
            </a:extLst>
          </p:cNvPr>
          <p:cNvSpPr>
            <a:spLocks noGrp="1"/>
          </p:cNvSpPr>
          <p:nvPr>
            <p:ph type="sldNum" sz="quarter" idx="12"/>
          </p:nvPr>
        </p:nvSpPr>
        <p:spPr/>
        <p:txBody>
          <a:bodyPr/>
          <a:lstStyle/>
          <a:p>
            <a:fld id="{1349A561-DE91-4A83-812F-2F9BCE9D2995}" type="slidenum">
              <a:rPr lang="en-US" smtClean="0"/>
              <a:t>5</a:t>
            </a:fld>
            <a:endParaRPr lang="en-US"/>
          </a:p>
        </p:txBody>
      </p:sp>
    </p:spTree>
    <p:extLst>
      <p:ext uri="{BB962C8B-B14F-4D97-AF65-F5344CB8AC3E}">
        <p14:creationId xmlns:p14="http://schemas.microsoft.com/office/powerpoint/2010/main" val="797452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1B4C-A9AF-9BFE-464F-1F3F560D3AEE}"/>
              </a:ext>
            </a:extLst>
          </p:cNvPr>
          <p:cNvSpPr>
            <a:spLocks noGrp="1"/>
          </p:cNvSpPr>
          <p:nvPr>
            <p:ph type="title"/>
          </p:nvPr>
        </p:nvSpPr>
        <p:spPr/>
        <p:txBody>
          <a:bodyPr/>
          <a:lstStyle/>
          <a:p>
            <a:pPr algn="ctr"/>
            <a:r>
              <a:rPr lang="en-US" dirty="0">
                <a:latin typeface="Arial Rounded MT Bold" panose="020F0704030504030204" pitchFamily="34" charset="0"/>
              </a:rPr>
              <a:t>3. Smart Society: Leave no one behind</a:t>
            </a:r>
          </a:p>
        </p:txBody>
      </p:sp>
      <p:sp>
        <p:nvSpPr>
          <p:cNvPr id="3" name="Content Placeholder 2">
            <a:extLst>
              <a:ext uri="{FF2B5EF4-FFF2-40B4-BE49-F238E27FC236}">
                <a16:creationId xmlns:a16="http://schemas.microsoft.com/office/drawing/2014/main" id="{46F225D5-815C-0145-7B92-04F346BC1DC6}"/>
              </a:ext>
            </a:extLst>
          </p:cNvPr>
          <p:cNvSpPr>
            <a:spLocks noGrp="1"/>
          </p:cNvSpPr>
          <p:nvPr>
            <p:ph sz="half" idx="1"/>
          </p:nvPr>
        </p:nvSpPr>
        <p:spPr>
          <a:xfrm>
            <a:off x="838199" y="1825625"/>
            <a:ext cx="5880235" cy="4351338"/>
          </a:xfrm>
        </p:spPr>
        <p:txBody>
          <a:bodyPr/>
          <a:lstStyle/>
          <a:p>
            <a:pPr marL="0" indent="0">
              <a:buNone/>
            </a:pPr>
            <a:endParaRPr lang="en-US" dirty="0"/>
          </a:p>
          <a:p>
            <a:pPr marL="0" indent="0">
              <a:buNone/>
            </a:pPr>
            <a:endParaRPr lang="en-US" dirty="0"/>
          </a:p>
          <a:p>
            <a:pPr marL="0" indent="0" algn="just">
              <a:buNone/>
            </a:pPr>
            <a:r>
              <a:rPr lang="en-US" dirty="0"/>
              <a:t>Digital Bangladesh was all about being citizen-centric. Smart Bangladesh goes further—the government is completely of, for, and by the people. All people. </a:t>
            </a:r>
          </a:p>
        </p:txBody>
      </p:sp>
      <p:pic>
        <p:nvPicPr>
          <p:cNvPr id="9" name="Content Placeholder 8" descr="Connections">
            <a:extLst>
              <a:ext uri="{FF2B5EF4-FFF2-40B4-BE49-F238E27FC236}">
                <a16:creationId xmlns:a16="http://schemas.microsoft.com/office/drawing/2014/main" id="{8048E73A-DBF1-C880-0F20-29037AEB9A35}"/>
              </a:ext>
            </a:extLst>
          </p:cNvPr>
          <p:cNvPicPr>
            <a:picLocks noGrp="1" noChangeAspect="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9439" y="2148429"/>
            <a:ext cx="3563027" cy="3563027"/>
          </a:xfrm>
        </p:spPr>
      </p:pic>
      <p:sp>
        <p:nvSpPr>
          <p:cNvPr id="4" name="Date Placeholder 3">
            <a:extLst>
              <a:ext uri="{FF2B5EF4-FFF2-40B4-BE49-F238E27FC236}">
                <a16:creationId xmlns:a16="http://schemas.microsoft.com/office/drawing/2014/main" id="{AB581ECE-C26E-7AD4-6724-B959FA7D19E0}"/>
              </a:ext>
            </a:extLst>
          </p:cNvPr>
          <p:cNvSpPr>
            <a:spLocks noGrp="1"/>
          </p:cNvSpPr>
          <p:nvPr>
            <p:ph type="dt" sz="half" idx="10"/>
          </p:nvPr>
        </p:nvSpPr>
        <p:spPr/>
        <p:txBody>
          <a:bodyPr/>
          <a:lstStyle/>
          <a:p>
            <a:fld id="{84ED219C-5378-44CC-8899-7572730D9A08}" type="datetime1">
              <a:rPr lang="en-US" smtClean="0"/>
              <a:t>5/27/2023</a:t>
            </a:fld>
            <a:endParaRPr lang="en-US"/>
          </a:p>
        </p:txBody>
      </p:sp>
      <p:sp>
        <p:nvSpPr>
          <p:cNvPr id="5" name="Footer Placeholder 4">
            <a:extLst>
              <a:ext uri="{FF2B5EF4-FFF2-40B4-BE49-F238E27FC236}">
                <a16:creationId xmlns:a16="http://schemas.microsoft.com/office/drawing/2014/main" id="{B44E2E58-5B07-1065-9DD6-7A0B4C89EA79}"/>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97C0CC14-9FCC-C885-FFBB-7BCB6F8F0FCC}"/>
              </a:ext>
            </a:extLst>
          </p:cNvPr>
          <p:cNvSpPr>
            <a:spLocks noGrp="1"/>
          </p:cNvSpPr>
          <p:nvPr>
            <p:ph type="sldNum" sz="quarter" idx="12"/>
          </p:nvPr>
        </p:nvSpPr>
        <p:spPr/>
        <p:txBody>
          <a:bodyPr/>
          <a:lstStyle/>
          <a:p>
            <a:fld id="{1349A561-DE91-4A83-812F-2F9BCE9D2995}" type="slidenum">
              <a:rPr lang="en-US" smtClean="0"/>
              <a:t>6</a:t>
            </a:fld>
            <a:endParaRPr lang="en-US"/>
          </a:p>
        </p:txBody>
      </p:sp>
    </p:spTree>
    <p:extLst>
      <p:ext uri="{BB962C8B-B14F-4D97-AF65-F5344CB8AC3E}">
        <p14:creationId xmlns:p14="http://schemas.microsoft.com/office/powerpoint/2010/main" val="3685489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4AAE-4358-2900-FF9E-167E6423D485}"/>
              </a:ext>
            </a:extLst>
          </p:cNvPr>
          <p:cNvSpPr>
            <a:spLocks noGrp="1"/>
          </p:cNvSpPr>
          <p:nvPr>
            <p:ph type="title"/>
          </p:nvPr>
        </p:nvSpPr>
        <p:spPr/>
        <p:txBody>
          <a:bodyPr/>
          <a:lstStyle/>
          <a:p>
            <a:pPr algn="ctr"/>
            <a:r>
              <a:rPr lang="en-US" dirty="0">
                <a:latin typeface="Arial Rounded MT Bold" panose="020F0704030504030204" pitchFamily="34" charset="0"/>
              </a:rPr>
              <a:t>4. Smart Economy: My village my town</a:t>
            </a:r>
          </a:p>
        </p:txBody>
      </p:sp>
      <p:sp>
        <p:nvSpPr>
          <p:cNvPr id="3" name="Content Placeholder 2">
            <a:extLst>
              <a:ext uri="{FF2B5EF4-FFF2-40B4-BE49-F238E27FC236}">
                <a16:creationId xmlns:a16="http://schemas.microsoft.com/office/drawing/2014/main" id="{87FB218E-0E70-3D0D-6AE1-96BF4D6AF086}"/>
              </a:ext>
            </a:extLst>
          </p:cNvPr>
          <p:cNvSpPr>
            <a:spLocks noGrp="1"/>
          </p:cNvSpPr>
          <p:nvPr>
            <p:ph sz="half" idx="1"/>
          </p:nvPr>
        </p:nvSpPr>
        <p:spPr>
          <a:xfrm>
            <a:off x="838199" y="1825625"/>
            <a:ext cx="6024613" cy="4351338"/>
          </a:xfrm>
        </p:spPr>
        <p:txBody>
          <a:bodyPr/>
          <a:lstStyle/>
          <a:p>
            <a:pPr marL="0" indent="0">
              <a:buNone/>
            </a:pPr>
            <a:endParaRPr lang="en-US" dirty="0"/>
          </a:p>
          <a:p>
            <a:pPr marL="0" indent="0">
              <a:buNone/>
            </a:pPr>
            <a:r>
              <a:rPr lang="en-US" dirty="0"/>
              <a:t>If a smart society is an inclusive society that leaves no one behind, then a smart economy does the same for businesses</a:t>
            </a:r>
          </a:p>
        </p:txBody>
      </p:sp>
      <p:pic>
        <p:nvPicPr>
          <p:cNvPr id="9" name="Content Placeholder 8" descr="Coins">
            <a:extLst>
              <a:ext uri="{FF2B5EF4-FFF2-40B4-BE49-F238E27FC236}">
                <a16:creationId xmlns:a16="http://schemas.microsoft.com/office/drawing/2014/main" id="{3672826A-A997-E1A2-A91F-77D21D61766E}"/>
              </a:ext>
            </a:extLst>
          </p:cNvPr>
          <p:cNvPicPr>
            <a:picLocks noGrp="1" noChangeAspect="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10506" y="2476492"/>
            <a:ext cx="2932905" cy="2932905"/>
          </a:xfrm>
        </p:spPr>
      </p:pic>
      <p:sp>
        <p:nvSpPr>
          <p:cNvPr id="4" name="Date Placeholder 3">
            <a:extLst>
              <a:ext uri="{FF2B5EF4-FFF2-40B4-BE49-F238E27FC236}">
                <a16:creationId xmlns:a16="http://schemas.microsoft.com/office/drawing/2014/main" id="{A06B634B-F831-F6F4-DD47-A52EECD9F111}"/>
              </a:ext>
            </a:extLst>
          </p:cNvPr>
          <p:cNvSpPr>
            <a:spLocks noGrp="1"/>
          </p:cNvSpPr>
          <p:nvPr>
            <p:ph type="dt" sz="half" idx="10"/>
          </p:nvPr>
        </p:nvSpPr>
        <p:spPr/>
        <p:txBody>
          <a:bodyPr/>
          <a:lstStyle/>
          <a:p>
            <a:fld id="{DA3018CC-63C8-442D-AB93-2323FD8B4D2C}" type="datetime1">
              <a:rPr lang="en-US" smtClean="0"/>
              <a:t>5/27/2023</a:t>
            </a:fld>
            <a:endParaRPr lang="en-US"/>
          </a:p>
        </p:txBody>
      </p:sp>
      <p:sp>
        <p:nvSpPr>
          <p:cNvPr id="5" name="Footer Placeholder 4">
            <a:extLst>
              <a:ext uri="{FF2B5EF4-FFF2-40B4-BE49-F238E27FC236}">
                <a16:creationId xmlns:a16="http://schemas.microsoft.com/office/drawing/2014/main" id="{77248C53-B4EC-BBF4-3F00-0CE51272728C}"/>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1770AD01-9A12-42F2-3687-FE55C1851A14}"/>
              </a:ext>
            </a:extLst>
          </p:cNvPr>
          <p:cNvSpPr>
            <a:spLocks noGrp="1"/>
          </p:cNvSpPr>
          <p:nvPr>
            <p:ph type="sldNum" sz="quarter" idx="12"/>
          </p:nvPr>
        </p:nvSpPr>
        <p:spPr/>
        <p:txBody>
          <a:bodyPr/>
          <a:lstStyle/>
          <a:p>
            <a:fld id="{1349A561-DE91-4A83-812F-2F9BCE9D2995}" type="slidenum">
              <a:rPr lang="en-US" smtClean="0"/>
              <a:t>7</a:t>
            </a:fld>
            <a:endParaRPr lang="en-US"/>
          </a:p>
        </p:txBody>
      </p:sp>
    </p:spTree>
    <p:extLst>
      <p:ext uri="{BB962C8B-B14F-4D97-AF65-F5344CB8AC3E}">
        <p14:creationId xmlns:p14="http://schemas.microsoft.com/office/powerpoint/2010/main" val="290274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6EE0-C69B-18B8-CD74-38CDAA94D0CC}"/>
              </a:ext>
            </a:extLst>
          </p:cNvPr>
          <p:cNvSpPr>
            <a:spLocks noGrp="1"/>
          </p:cNvSpPr>
          <p:nvPr>
            <p:ph type="title"/>
          </p:nvPr>
        </p:nvSpPr>
        <p:spPr/>
        <p:txBody>
          <a:bodyPr/>
          <a:lstStyle/>
          <a:p>
            <a:pPr algn="ctr"/>
            <a:r>
              <a:rPr lang="en-US" dirty="0">
                <a:latin typeface="Arial Rounded MT Bold" panose="020F0704030504030204" pitchFamily="34" charset="0"/>
              </a:rPr>
              <a:t>Vision 2041 </a:t>
            </a:r>
          </a:p>
        </p:txBody>
      </p:sp>
      <p:sp>
        <p:nvSpPr>
          <p:cNvPr id="3" name="Content Placeholder 2">
            <a:extLst>
              <a:ext uri="{FF2B5EF4-FFF2-40B4-BE49-F238E27FC236}">
                <a16:creationId xmlns:a16="http://schemas.microsoft.com/office/drawing/2014/main" id="{722B2B06-AC74-1979-6BC4-44AFB5755FCE}"/>
              </a:ext>
            </a:extLst>
          </p:cNvPr>
          <p:cNvSpPr>
            <a:spLocks noGrp="1"/>
          </p:cNvSpPr>
          <p:nvPr>
            <p:ph idx="1"/>
          </p:nvPr>
        </p:nvSpPr>
        <p:spPr/>
        <p:txBody>
          <a:bodyPr/>
          <a:lstStyle/>
          <a:p>
            <a:pPr marL="0" indent="0">
              <a:buNone/>
            </a:pPr>
            <a:r>
              <a:rPr lang="en-US" dirty="0"/>
              <a:t>Achieving Smart Bangladesh will not be simple—but much like the birth of our nation and the achievement of Digital Bangladesh, it must be done. And perhaps it must be done against the ridicule of naysayers, and negative forces of the vested interest groups who benefit from the status quo. This will not happen overnight—it is a step-by-step, daily process that will take us there, beyond having that singular goal and the will to achieve it.</a:t>
            </a:r>
          </a:p>
        </p:txBody>
      </p:sp>
      <p:sp>
        <p:nvSpPr>
          <p:cNvPr id="4" name="Date Placeholder 3">
            <a:extLst>
              <a:ext uri="{FF2B5EF4-FFF2-40B4-BE49-F238E27FC236}">
                <a16:creationId xmlns:a16="http://schemas.microsoft.com/office/drawing/2014/main" id="{F7BF0EDF-EB9D-48EC-352F-BEF092AF902E}"/>
              </a:ext>
            </a:extLst>
          </p:cNvPr>
          <p:cNvSpPr>
            <a:spLocks noGrp="1"/>
          </p:cNvSpPr>
          <p:nvPr>
            <p:ph type="dt" sz="half" idx="10"/>
          </p:nvPr>
        </p:nvSpPr>
        <p:spPr/>
        <p:txBody>
          <a:bodyPr/>
          <a:lstStyle/>
          <a:p>
            <a:fld id="{16EF5AA8-7D97-415C-BFD1-2F5A5727209A}" type="datetime1">
              <a:rPr lang="en-US" smtClean="0"/>
              <a:t>5/27/2023</a:t>
            </a:fld>
            <a:endParaRPr lang="en-US"/>
          </a:p>
        </p:txBody>
      </p:sp>
      <p:sp>
        <p:nvSpPr>
          <p:cNvPr id="5" name="Footer Placeholder 4">
            <a:extLst>
              <a:ext uri="{FF2B5EF4-FFF2-40B4-BE49-F238E27FC236}">
                <a16:creationId xmlns:a16="http://schemas.microsoft.com/office/drawing/2014/main" id="{37FDB776-D329-FEA5-29DD-03A3631ED707}"/>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1089EB6D-8EDE-8DCE-2A3B-27DEAC1AA328}"/>
              </a:ext>
            </a:extLst>
          </p:cNvPr>
          <p:cNvSpPr>
            <a:spLocks noGrp="1"/>
          </p:cNvSpPr>
          <p:nvPr>
            <p:ph type="sldNum" sz="quarter" idx="12"/>
          </p:nvPr>
        </p:nvSpPr>
        <p:spPr/>
        <p:txBody>
          <a:bodyPr/>
          <a:lstStyle/>
          <a:p>
            <a:fld id="{1349A561-DE91-4A83-812F-2F9BCE9D2995}" type="slidenum">
              <a:rPr lang="en-US" smtClean="0"/>
              <a:t>8</a:t>
            </a:fld>
            <a:endParaRPr lang="en-US"/>
          </a:p>
        </p:txBody>
      </p:sp>
    </p:spTree>
    <p:extLst>
      <p:ext uri="{BB962C8B-B14F-4D97-AF65-F5344CB8AC3E}">
        <p14:creationId xmlns:p14="http://schemas.microsoft.com/office/powerpoint/2010/main" val="3674298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F8146-5F57-593B-6432-351CDAA20D0A}"/>
              </a:ext>
            </a:extLst>
          </p:cNvPr>
          <p:cNvSpPr>
            <a:spLocks noGrp="1"/>
          </p:cNvSpPr>
          <p:nvPr>
            <p:ph type="title"/>
          </p:nvPr>
        </p:nvSpPr>
        <p:spPr/>
        <p:txBody>
          <a:bodyPr/>
          <a:lstStyle/>
          <a:p>
            <a:pPr algn="ctr"/>
            <a:r>
              <a:rPr lang="en-US" dirty="0">
                <a:latin typeface="Arial Rounded MT Bold" panose="020F0704030504030204" pitchFamily="34" charset="0"/>
              </a:rPr>
              <a:t>In that process are four core tenets</a:t>
            </a:r>
          </a:p>
        </p:txBody>
      </p:sp>
      <p:sp>
        <p:nvSpPr>
          <p:cNvPr id="3" name="Content Placeholder 2">
            <a:extLst>
              <a:ext uri="{FF2B5EF4-FFF2-40B4-BE49-F238E27FC236}">
                <a16:creationId xmlns:a16="http://schemas.microsoft.com/office/drawing/2014/main" id="{22CF033D-BE2D-E240-A431-79597C74A188}"/>
              </a:ext>
            </a:extLst>
          </p:cNvPr>
          <p:cNvSpPr>
            <a:spLocks noGrp="1"/>
          </p:cNvSpPr>
          <p:nvPr>
            <p:ph idx="1"/>
          </p:nvPr>
        </p:nvSpPr>
        <p:spPr/>
        <p:txBody>
          <a:bodyPr>
            <a:normAutofit fontScale="92500" lnSpcReduction="10000"/>
          </a:bodyPr>
          <a:lstStyle/>
          <a:p>
            <a:r>
              <a:rPr lang="en-US" dirty="0"/>
              <a:t>1. Alignment (of aspirations and ambitions): Each and every Bangladeshi has aspirations and ambitions for the country. We must align all of that into a cohesive, national target for Smart Bangladesh.</a:t>
            </a:r>
          </a:p>
          <a:p>
            <a:r>
              <a:rPr lang="en-US" dirty="0"/>
              <a:t>2. Preparation (across all stakeholders): Each and every stakeholder–the government, private sector, civil society, academia, media, and most importantly, each and every individual–must have appropriate capacity development and be prepared to take our nation to the next level.</a:t>
            </a:r>
          </a:p>
          <a:p>
            <a:r>
              <a:rPr lang="en-US" dirty="0"/>
              <a:t>3. Coordination (to break silos): There can be no silos across stakeholder groups. Preparation must be seamlessly connected overcoming bottlenecks.</a:t>
            </a:r>
          </a:p>
          <a:p>
            <a:r>
              <a:rPr lang="en-US" dirty="0"/>
              <a:t>4. Execution (that is measured): We cannot stop at the planning stage. Measured, identifiable execution must happen at the end of every year.</a:t>
            </a:r>
          </a:p>
        </p:txBody>
      </p:sp>
      <p:sp>
        <p:nvSpPr>
          <p:cNvPr id="4" name="Date Placeholder 3">
            <a:extLst>
              <a:ext uri="{FF2B5EF4-FFF2-40B4-BE49-F238E27FC236}">
                <a16:creationId xmlns:a16="http://schemas.microsoft.com/office/drawing/2014/main" id="{2D50F3DA-E901-7B87-7FDB-3CE35BA4E471}"/>
              </a:ext>
            </a:extLst>
          </p:cNvPr>
          <p:cNvSpPr>
            <a:spLocks noGrp="1"/>
          </p:cNvSpPr>
          <p:nvPr>
            <p:ph type="dt" sz="half" idx="10"/>
          </p:nvPr>
        </p:nvSpPr>
        <p:spPr/>
        <p:txBody>
          <a:bodyPr/>
          <a:lstStyle/>
          <a:p>
            <a:fld id="{A629C971-D7C0-4326-9DAA-C2C585821B4D}" type="datetime1">
              <a:rPr lang="en-US" smtClean="0"/>
              <a:t>5/27/2023</a:t>
            </a:fld>
            <a:endParaRPr lang="en-US"/>
          </a:p>
        </p:txBody>
      </p:sp>
      <p:sp>
        <p:nvSpPr>
          <p:cNvPr id="5" name="Footer Placeholder 4">
            <a:extLst>
              <a:ext uri="{FF2B5EF4-FFF2-40B4-BE49-F238E27FC236}">
                <a16:creationId xmlns:a16="http://schemas.microsoft.com/office/drawing/2014/main" id="{4E15C5AB-8273-FC9C-4F85-23DDCDCB5C3E}"/>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8E65F2FE-F362-6FC1-F18E-3B74D8457934}"/>
              </a:ext>
            </a:extLst>
          </p:cNvPr>
          <p:cNvSpPr>
            <a:spLocks noGrp="1"/>
          </p:cNvSpPr>
          <p:nvPr>
            <p:ph type="sldNum" sz="quarter" idx="12"/>
          </p:nvPr>
        </p:nvSpPr>
        <p:spPr/>
        <p:txBody>
          <a:bodyPr/>
          <a:lstStyle/>
          <a:p>
            <a:fld id="{1349A561-DE91-4A83-812F-2F9BCE9D2995}" type="slidenum">
              <a:rPr lang="en-US" smtClean="0"/>
              <a:t>9</a:t>
            </a:fld>
            <a:endParaRPr lang="en-US"/>
          </a:p>
        </p:txBody>
      </p:sp>
    </p:spTree>
    <p:extLst>
      <p:ext uri="{BB962C8B-B14F-4D97-AF65-F5344CB8AC3E}">
        <p14:creationId xmlns:p14="http://schemas.microsoft.com/office/powerpoint/2010/main" val="4182508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770A-1150-2421-6E8D-6DE61E9957DD}"/>
              </a:ext>
            </a:extLst>
          </p:cNvPr>
          <p:cNvSpPr>
            <a:spLocks noGrp="1"/>
          </p:cNvSpPr>
          <p:nvPr>
            <p:ph type="title"/>
          </p:nvPr>
        </p:nvSpPr>
        <p:spPr/>
        <p:txBody>
          <a:bodyPr/>
          <a:lstStyle/>
          <a:p>
            <a:pPr algn="ctr"/>
            <a:r>
              <a:rPr lang="en-US" dirty="0">
                <a:latin typeface="Arial Rounded MT Bold" panose="020F0704030504030204" pitchFamily="34" charset="0"/>
              </a:rPr>
              <a:t>Thank you </a:t>
            </a:r>
          </a:p>
        </p:txBody>
      </p:sp>
      <p:sp>
        <p:nvSpPr>
          <p:cNvPr id="3" name="Content Placeholder 2">
            <a:extLst>
              <a:ext uri="{FF2B5EF4-FFF2-40B4-BE49-F238E27FC236}">
                <a16:creationId xmlns:a16="http://schemas.microsoft.com/office/drawing/2014/main" id="{7FA9B7CD-C2B7-0386-ED5A-212D11EF155F}"/>
              </a:ext>
            </a:extLst>
          </p:cNvPr>
          <p:cNvSpPr>
            <a:spLocks noGrp="1"/>
          </p:cNvSpPr>
          <p:nvPr>
            <p:ph idx="1"/>
          </p:nvPr>
        </p:nvSpPr>
        <p:spPr/>
        <p:txBody>
          <a:bodyPr>
            <a:normAutofit/>
          </a:bodyPr>
          <a:lstStyle/>
          <a:p>
            <a:pPr marL="0" indent="0" algn="ctr">
              <a:buNone/>
            </a:pPr>
            <a:r>
              <a:rPr lang="en-US" sz="5400" dirty="0">
                <a:latin typeface="Arial Rounded MT Bold" panose="020F0704030504030204" pitchFamily="34" charset="0"/>
              </a:rPr>
              <a:t>End </a:t>
            </a:r>
          </a:p>
          <a:p>
            <a:pPr marL="0" indent="0" algn="ctr">
              <a:buNone/>
            </a:pPr>
            <a:r>
              <a:rPr lang="en-US" sz="5400" dirty="0">
                <a:latin typeface="Arial Rounded MT Bold" panose="020F0704030504030204" pitchFamily="34" charset="0"/>
              </a:rPr>
              <a:t>of </a:t>
            </a:r>
          </a:p>
          <a:p>
            <a:pPr marL="0" indent="0" algn="ctr">
              <a:buNone/>
            </a:pPr>
            <a:r>
              <a:rPr lang="en-US" sz="5400" dirty="0">
                <a:latin typeface="Arial Rounded MT Bold" panose="020F0704030504030204" pitchFamily="34" charset="0"/>
              </a:rPr>
              <a:t>Lecture 12 </a:t>
            </a:r>
          </a:p>
        </p:txBody>
      </p:sp>
      <p:sp>
        <p:nvSpPr>
          <p:cNvPr id="4" name="Date Placeholder 3">
            <a:extLst>
              <a:ext uri="{FF2B5EF4-FFF2-40B4-BE49-F238E27FC236}">
                <a16:creationId xmlns:a16="http://schemas.microsoft.com/office/drawing/2014/main" id="{695705E0-F22E-7F0E-6041-7E10CE8D55BB}"/>
              </a:ext>
            </a:extLst>
          </p:cNvPr>
          <p:cNvSpPr>
            <a:spLocks noGrp="1"/>
          </p:cNvSpPr>
          <p:nvPr>
            <p:ph type="dt" sz="half" idx="10"/>
          </p:nvPr>
        </p:nvSpPr>
        <p:spPr/>
        <p:txBody>
          <a:bodyPr/>
          <a:lstStyle/>
          <a:p>
            <a:fld id="{9CF95015-E13D-4728-AEA9-EB1436BD60CF}" type="datetime1">
              <a:rPr lang="en-US" smtClean="0"/>
              <a:t>5/27/2023</a:t>
            </a:fld>
            <a:endParaRPr lang="en-US"/>
          </a:p>
        </p:txBody>
      </p:sp>
      <p:sp>
        <p:nvSpPr>
          <p:cNvPr id="5" name="Footer Placeholder 4">
            <a:extLst>
              <a:ext uri="{FF2B5EF4-FFF2-40B4-BE49-F238E27FC236}">
                <a16:creationId xmlns:a16="http://schemas.microsoft.com/office/drawing/2014/main" id="{4F1DAD76-0FB1-B0EC-75E2-2CC36E974DD1}"/>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1410674B-BB97-12A1-11ED-F88FE2A543ED}"/>
              </a:ext>
            </a:extLst>
          </p:cNvPr>
          <p:cNvSpPr>
            <a:spLocks noGrp="1"/>
          </p:cNvSpPr>
          <p:nvPr>
            <p:ph type="sldNum" sz="quarter" idx="12"/>
          </p:nvPr>
        </p:nvSpPr>
        <p:spPr/>
        <p:txBody>
          <a:bodyPr/>
          <a:lstStyle/>
          <a:p>
            <a:fld id="{1349A561-DE91-4A83-812F-2F9BCE9D2995}" type="slidenum">
              <a:rPr lang="en-US" smtClean="0"/>
              <a:t>10</a:t>
            </a:fld>
            <a:endParaRPr lang="en-US"/>
          </a:p>
        </p:txBody>
      </p:sp>
    </p:spTree>
    <p:extLst>
      <p:ext uri="{BB962C8B-B14F-4D97-AF65-F5344CB8AC3E}">
        <p14:creationId xmlns:p14="http://schemas.microsoft.com/office/powerpoint/2010/main" val="445866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575</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Rounded MT Bold</vt:lpstr>
      <vt:lpstr>Calibri</vt:lpstr>
      <vt:lpstr>Calibri Light</vt:lpstr>
      <vt:lpstr>Office Theme</vt:lpstr>
      <vt:lpstr>Smart Bangladesh &amp; Vision 2041</vt:lpstr>
      <vt:lpstr>What is Smart Bangladesh</vt:lpstr>
      <vt:lpstr>Pillars of Smart Bangladesh</vt:lpstr>
      <vt:lpstr>Smart Citizen: I am the solution Smart Citizens</vt:lpstr>
      <vt:lpstr>2. Smart Government: The govpreneur</vt:lpstr>
      <vt:lpstr>3. Smart Society: Leave no one behind</vt:lpstr>
      <vt:lpstr>4. Smart Economy: My village my town</vt:lpstr>
      <vt:lpstr>Vision 2041 </vt:lpstr>
      <vt:lpstr>In that process are four core tenets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Bangladesh &amp; Vision 2041</dc:title>
  <dc:creator>Chowdhury Mujaddid Ahmed</dc:creator>
  <cp:lastModifiedBy>Chowdhury Mujaddid Ahmed</cp:lastModifiedBy>
  <cp:revision>3</cp:revision>
  <dcterms:created xsi:type="dcterms:W3CDTF">2023-05-27T15:31:09Z</dcterms:created>
  <dcterms:modified xsi:type="dcterms:W3CDTF">2023-05-27T16:36:44Z</dcterms:modified>
</cp:coreProperties>
</file>