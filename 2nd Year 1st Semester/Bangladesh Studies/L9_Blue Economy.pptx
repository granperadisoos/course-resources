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1" r:id="rId6"/>
    <p:sldId id="260"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E4197F-644D-4486-BF2B-0D69971188D6}" type="datetimeFigureOut">
              <a:rPr lang="en-US" smtClean="0"/>
              <a:t>5/9/2023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A3D020-7856-4570-ADEE-76772160DD3D}" type="slidenum">
              <a:rPr lang="en-US" smtClean="0"/>
              <a:t>‹#›</a:t>
            </a:fld>
            <a:endParaRPr lang="en-US"/>
          </a:p>
        </p:txBody>
      </p:sp>
    </p:spTree>
    <p:extLst>
      <p:ext uri="{BB962C8B-B14F-4D97-AF65-F5344CB8AC3E}">
        <p14:creationId xmlns:p14="http://schemas.microsoft.com/office/powerpoint/2010/main" val="432301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3272-D24C-C0F0-419B-C10B55E08B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011686E-3F62-1915-1919-708CC70F90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0FC9C6-7987-A962-AB43-3441B4CC00DA}"/>
              </a:ext>
            </a:extLst>
          </p:cNvPr>
          <p:cNvSpPr>
            <a:spLocks noGrp="1"/>
          </p:cNvSpPr>
          <p:nvPr>
            <p:ph type="dt" sz="half" idx="10"/>
          </p:nvPr>
        </p:nvSpPr>
        <p:spPr/>
        <p:txBody>
          <a:bodyPr/>
          <a:lstStyle/>
          <a:p>
            <a:fld id="{9601FD9F-A326-4CE1-9790-A13A16CE1343}" type="datetime1">
              <a:rPr lang="en-US" smtClean="0"/>
              <a:t>5/9/2023</a:t>
            </a:fld>
            <a:endParaRPr lang="en-US"/>
          </a:p>
        </p:txBody>
      </p:sp>
      <p:sp>
        <p:nvSpPr>
          <p:cNvPr id="5" name="Footer Placeholder 4">
            <a:extLst>
              <a:ext uri="{FF2B5EF4-FFF2-40B4-BE49-F238E27FC236}">
                <a16:creationId xmlns:a16="http://schemas.microsoft.com/office/drawing/2014/main" id="{3BD291E0-FCDA-DC05-1C20-6933220A86C4}"/>
              </a:ext>
            </a:extLst>
          </p:cNvPr>
          <p:cNvSpPr>
            <a:spLocks noGrp="1"/>
          </p:cNvSpPr>
          <p:nvPr>
            <p:ph type="ftr" sz="quarter" idx="11"/>
          </p:nvPr>
        </p:nvSpPr>
        <p:spPr/>
        <p:txBody>
          <a:bodyPr/>
          <a:lstStyle/>
          <a:p>
            <a:r>
              <a:rPr lang="en-US"/>
              <a:t>Chowdhury Muaddid Ahmed </a:t>
            </a:r>
          </a:p>
        </p:txBody>
      </p:sp>
      <p:sp>
        <p:nvSpPr>
          <p:cNvPr id="6" name="Slide Number Placeholder 5">
            <a:extLst>
              <a:ext uri="{FF2B5EF4-FFF2-40B4-BE49-F238E27FC236}">
                <a16:creationId xmlns:a16="http://schemas.microsoft.com/office/drawing/2014/main" id="{F7DF05BF-018B-C958-37DF-228460217D3B}"/>
              </a:ext>
            </a:extLst>
          </p:cNvPr>
          <p:cNvSpPr>
            <a:spLocks noGrp="1"/>
          </p:cNvSpPr>
          <p:nvPr>
            <p:ph type="sldNum" sz="quarter" idx="12"/>
          </p:nvPr>
        </p:nvSpPr>
        <p:spPr/>
        <p:txBody>
          <a:bodyPr/>
          <a:lstStyle/>
          <a:p>
            <a:fld id="{2A8C6F8F-E68C-416F-9D5E-F5646E653FD8}" type="slidenum">
              <a:rPr lang="en-US" smtClean="0"/>
              <a:t>‹#›</a:t>
            </a:fld>
            <a:endParaRPr lang="en-US"/>
          </a:p>
        </p:txBody>
      </p:sp>
    </p:spTree>
    <p:extLst>
      <p:ext uri="{BB962C8B-B14F-4D97-AF65-F5344CB8AC3E}">
        <p14:creationId xmlns:p14="http://schemas.microsoft.com/office/powerpoint/2010/main" val="393009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5319D-FAB9-A981-E090-B7935F8291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F38A9A-CED9-012C-6560-C8BE040F69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D8F55F-142D-C885-5F71-84BA0245F095}"/>
              </a:ext>
            </a:extLst>
          </p:cNvPr>
          <p:cNvSpPr>
            <a:spLocks noGrp="1"/>
          </p:cNvSpPr>
          <p:nvPr>
            <p:ph type="dt" sz="half" idx="10"/>
          </p:nvPr>
        </p:nvSpPr>
        <p:spPr/>
        <p:txBody>
          <a:bodyPr/>
          <a:lstStyle/>
          <a:p>
            <a:fld id="{FBA9F822-DB04-4EF1-904D-8220D9596029}" type="datetime1">
              <a:rPr lang="en-US" smtClean="0"/>
              <a:t>5/9/2023</a:t>
            </a:fld>
            <a:endParaRPr lang="en-US"/>
          </a:p>
        </p:txBody>
      </p:sp>
      <p:sp>
        <p:nvSpPr>
          <p:cNvPr id="5" name="Footer Placeholder 4">
            <a:extLst>
              <a:ext uri="{FF2B5EF4-FFF2-40B4-BE49-F238E27FC236}">
                <a16:creationId xmlns:a16="http://schemas.microsoft.com/office/drawing/2014/main" id="{EE933E65-7184-C477-87B0-B986943060C0}"/>
              </a:ext>
            </a:extLst>
          </p:cNvPr>
          <p:cNvSpPr>
            <a:spLocks noGrp="1"/>
          </p:cNvSpPr>
          <p:nvPr>
            <p:ph type="ftr" sz="quarter" idx="11"/>
          </p:nvPr>
        </p:nvSpPr>
        <p:spPr/>
        <p:txBody>
          <a:bodyPr/>
          <a:lstStyle/>
          <a:p>
            <a:r>
              <a:rPr lang="en-US"/>
              <a:t>Chowdhury Muaddid Ahmed </a:t>
            </a:r>
          </a:p>
        </p:txBody>
      </p:sp>
      <p:sp>
        <p:nvSpPr>
          <p:cNvPr id="6" name="Slide Number Placeholder 5">
            <a:extLst>
              <a:ext uri="{FF2B5EF4-FFF2-40B4-BE49-F238E27FC236}">
                <a16:creationId xmlns:a16="http://schemas.microsoft.com/office/drawing/2014/main" id="{AF17E33F-3F30-1B5C-3906-9EB968546CB0}"/>
              </a:ext>
            </a:extLst>
          </p:cNvPr>
          <p:cNvSpPr>
            <a:spLocks noGrp="1"/>
          </p:cNvSpPr>
          <p:nvPr>
            <p:ph type="sldNum" sz="quarter" idx="12"/>
          </p:nvPr>
        </p:nvSpPr>
        <p:spPr/>
        <p:txBody>
          <a:bodyPr/>
          <a:lstStyle/>
          <a:p>
            <a:fld id="{2A8C6F8F-E68C-416F-9D5E-F5646E653FD8}" type="slidenum">
              <a:rPr lang="en-US" smtClean="0"/>
              <a:t>‹#›</a:t>
            </a:fld>
            <a:endParaRPr lang="en-US"/>
          </a:p>
        </p:txBody>
      </p:sp>
    </p:spTree>
    <p:extLst>
      <p:ext uri="{BB962C8B-B14F-4D97-AF65-F5344CB8AC3E}">
        <p14:creationId xmlns:p14="http://schemas.microsoft.com/office/powerpoint/2010/main" val="1152233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EBAEB-FA62-E26A-6FDE-7269333138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71F622-9AD0-9B5C-851C-C8A3D76AD7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6276F9-8130-87D3-AF3A-2D315353BB2E}"/>
              </a:ext>
            </a:extLst>
          </p:cNvPr>
          <p:cNvSpPr>
            <a:spLocks noGrp="1"/>
          </p:cNvSpPr>
          <p:nvPr>
            <p:ph type="dt" sz="half" idx="10"/>
          </p:nvPr>
        </p:nvSpPr>
        <p:spPr/>
        <p:txBody>
          <a:bodyPr/>
          <a:lstStyle/>
          <a:p>
            <a:fld id="{D830A8AF-DD9E-4F7A-8DEF-F1E0C94D5DC1}" type="datetime1">
              <a:rPr lang="en-US" smtClean="0"/>
              <a:t>5/9/2023</a:t>
            </a:fld>
            <a:endParaRPr lang="en-US"/>
          </a:p>
        </p:txBody>
      </p:sp>
      <p:sp>
        <p:nvSpPr>
          <p:cNvPr id="5" name="Footer Placeholder 4">
            <a:extLst>
              <a:ext uri="{FF2B5EF4-FFF2-40B4-BE49-F238E27FC236}">
                <a16:creationId xmlns:a16="http://schemas.microsoft.com/office/drawing/2014/main" id="{CD668BE0-B975-B495-8859-489675652A13}"/>
              </a:ext>
            </a:extLst>
          </p:cNvPr>
          <p:cNvSpPr>
            <a:spLocks noGrp="1"/>
          </p:cNvSpPr>
          <p:nvPr>
            <p:ph type="ftr" sz="quarter" idx="11"/>
          </p:nvPr>
        </p:nvSpPr>
        <p:spPr/>
        <p:txBody>
          <a:bodyPr/>
          <a:lstStyle/>
          <a:p>
            <a:r>
              <a:rPr lang="en-US"/>
              <a:t>Chowdhury Muaddid Ahmed </a:t>
            </a:r>
          </a:p>
        </p:txBody>
      </p:sp>
      <p:sp>
        <p:nvSpPr>
          <p:cNvPr id="6" name="Slide Number Placeholder 5">
            <a:extLst>
              <a:ext uri="{FF2B5EF4-FFF2-40B4-BE49-F238E27FC236}">
                <a16:creationId xmlns:a16="http://schemas.microsoft.com/office/drawing/2014/main" id="{D112ECD3-A109-989B-6710-679691DF1C25}"/>
              </a:ext>
            </a:extLst>
          </p:cNvPr>
          <p:cNvSpPr>
            <a:spLocks noGrp="1"/>
          </p:cNvSpPr>
          <p:nvPr>
            <p:ph type="sldNum" sz="quarter" idx="12"/>
          </p:nvPr>
        </p:nvSpPr>
        <p:spPr/>
        <p:txBody>
          <a:bodyPr/>
          <a:lstStyle/>
          <a:p>
            <a:fld id="{2A8C6F8F-E68C-416F-9D5E-F5646E653FD8}" type="slidenum">
              <a:rPr lang="en-US" smtClean="0"/>
              <a:t>‹#›</a:t>
            </a:fld>
            <a:endParaRPr lang="en-US"/>
          </a:p>
        </p:txBody>
      </p:sp>
    </p:spTree>
    <p:extLst>
      <p:ext uri="{BB962C8B-B14F-4D97-AF65-F5344CB8AC3E}">
        <p14:creationId xmlns:p14="http://schemas.microsoft.com/office/powerpoint/2010/main" val="1417115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DFCD8-D60A-680A-166A-F42D24E05D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613F63-F86F-2663-F445-76D5BA58D7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6E0889-D4F1-8EED-E17C-A482B22836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59F95C-13C5-A159-5EDB-24BC8F6FE4EC}"/>
              </a:ext>
            </a:extLst>
          </p:cNvPr>
          <p:cNvSpPr>
            <a:spLocks noGrp="1"/>
          </p:cNvSpPr>
          <p:nvPr>
            <p:ph type="dt" sz="half" idx="10"/>
          </p:nvPr>
        </p:nvSpPr>
        <p:spPr/>
        <p:txBody>
          <a:bodyPr/>
          <a:lstStyle/>
          <a:p>
            <a:fld id="{7A7AD880-58EC-4BA0-A41A-B35BC9444A9D}" type="datetime1">
              <a:rPr lang="en-US" smtClean="0"/>
              <a:t>5/9/2023</a:t>
            </a:fld>
            <a:endParaRPr lang="en-US"/>
          </a:p>
        </p:txBody>
      </p:sp>
      <p:sp>
        <p:nvSpPr>
          <p:cNvPr id="6" name="Footer Placeholder 5">
            <a:extLst>
              <a:ext uri="{FF2B5EF4-FFF2-40B4-BE49-F238E27FC236}">
                <a16:creationId xmlns:a16="http://schemas.microsoft.com/office/drawing/2014/main" id="{2434C6A1-65E3-89ED-F1C0-074FF672BC5B}"/>
              </a:ext>
            </a:extLst>
          </p:cNvPr>
          <p:cNvSpPr>
            <a:spLocks noGrp="1"/>
          </p:cNvSpPr>
          <p:nvPr>
            <p:ph type="ftr" sz="quarter" idx="11"/>
          </p:nvPr>
        </p:nvSpPr>
        <p:spPr/>
        <p:txBody>
          <a:bodyPr/>
          <a:lstStyle/>
          <a:p>
            <a:r>
              <a:rPr lang="en-US"/>
              <a:t>Chowdhury Muaddid Ahmed </a:t>
            </a:r>
          </a:p>
        </p:txBody>
      </p:sp>
      <p:sp>
        <p:nvSpPr>
          <p:cNvPr id="7" name="Slide Number Placeholder 6">
            <a:extLst>
              <a:ext uri="{FF2B5EF4-FFF2-40B4-BE49-F238E27FC236}">
                <a16:creationId xmlns:a16="http://schemas.microsoft.com/office/drawing/2014/main" id="{B091660D-A433-8F92-3574-F18315C3B658}"/>
              </a:ext>
            </a:extLst>
          </p:cNvPr>
          <p:cNvSpPr>
            <a:spLocks noGrp="1"/>
          </p:cNvSpPr>
          <p:nvPr>
            <p:ph type="sldNum" sz="quarter" idx="12"/>
          </p:nvPr>
        </p:nvSpPr>
        <p:spPr/>
        <p:txBody>
          <a:bodyPr/>
          <a:lstStyle/>
          <a:p>
            <a:fld id="{2A8C6F8F-E68C-416F-9D5E-F5646E653FD8}" type="slidenum">
              <a:rPr lang="en-US" smtClean="0"/>
              <a:t>‹#›</a:t>
            </a:fld>
            <a:endParaRPr lang="en-US"/>
          </a:p>
        </p:txBody>
      </p:sp>
    </p:spTree>
    <p:extLst>
      <p:ext uri="{BB962C8B-B14F-4D97-AF65-F5344CB8AC3E}">
        <p14:creationId xmlns:p14="http://schemas.microsoft.com/office/powerpoint/2010/main" val="3858993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2F49D-C245-C48E-F58C-D3F1D5C8EE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5FF6DA-A4A1-E4B0-C5EC-FA9D145834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231013-49FA-FBCB-7DD2-B195D694C3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926706-5968-89D3-4EDE-BA892E4938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4482C8-4823-D51B-BA55-873A9829D5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30F5F8-A149-EBCC-43D6-391698B861CC}"/>
              </a:ext>
            </a:extLst>
          </p:cNvPr>
          <p:cNvSpPr>
            <a:spLocks noGrp="1"/>
          </p:cNvSpPr>
          <p:nvPr>
            <p:ph type="dt" sz="half" idx="10"/>
          </p:nvPr>
        </p:nvSpPr>
        <p:spPr/>
        <p:txBody>
          <a:bodyPr/>
          <a:lstStyle/>
          <a:p>
            <a:fld id="{752351FD-5640-4E38-B86A-00FD34D1AC00}" type="datetime1">
              <a:rPr lang="en-US" smtClean="0"/>
              <a:t>5/9/2023</a:t>
            </a:fld>
            <a:endParaRPr lang="en-US"/>
          </a:p>
        </p:txBody>
      </p:sp>
      <p:sp>
        <p:nvSpPr>
          <p:cNvPr id="8" name="Footer Placeholder 7">
            <a:extLst>
              <a:ext uri="{FF2B5EF4-FFF2-40B4-BE49-F238E27FC236}">
                <a16:creationId xmlns:a16="http://schemas.microsoft.com/office/drawing/2014/main" id="{1C93B39B-409D-F394-D7D2-C5893135910A}"/>
              </a:ext>
            </a:extLst>
          </p:cNvPr>
          <p:cNvSpPr>
            <a:spLocks noGrp="1"/>
          </p:cNvSpPr>
          <p:nvPr>
            <p:ph type="ftr" sz="quarter" idx="11"/>
          </p:nvPr>
        </p:nvSpPr>
        <p:spPr/>
        <p:txBody>
          <a:bodyPr/>
          <a:lstStyle/>
          <a:p>
            <a:r>
              <a:rPr lang="en-US"/>
              <a:t>Chowdhury Muaddid Ahmed </a:t>
            </a:r>
          </a:p>
        </p:txBody>
      </p:sp>
      <p:sp>
        <p:nvSpPr>
          <p:cNvPr id="9" name="Slide Number Placeholder 8">
            <a:extLst>
              <a:ext uri="{FF2B5EF4-FFF2-40B4-BE49-F238E27FC236}">
                <a16:creationId xmlns:a16="http://schemas.microsoft.com/office/drawing/2014/main" id="{47ED2154-6E57-31C2-A527-95EA828AF945}"/>
              </a:ext>
            </a:extLst>
          </p:cNvPr>
          <p:cNvSpPr>
            <a:spLocks noGrp="1"/>
          </p:cNvSpPr>
          <p:nvPr>
            <p:ph type="sldNum" sz="quarter" idx="12"/>
          </p:nvPr>
        </p:nvSpPr>
        <p:spPr/>
        <p:txBody>
          <a:bodyPr/>
          <a:lstStyle/>
          <a:p>
            <a:fld id="{2A8C6F8F-E68C-416F-9D5E-F5646E653FD8}" type="slidenum">
              <a:rPr lang="en-US" smtClean="0"/>
              <a:t>‹#›</a:t>
            </a:fld>
            <a:endParaRPr lang="en-US"/>
          </a:p>
        </p:txBody>
      </p:sp>
    </p:spTree>
    <p:extLst>
      <p:ext uri="{BB962C8B-B14F-4D97-AF65-F5344CB8AC3E}">
        <p14:creationId xmlns:p14="http://schemas.microsoft.com/office/powerpoint/2010/main" val="975584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AD1A4-9BEB-FE73-5003-B76B66D585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FFBF8D-0424-5393-71DE-4792A3ECE74C}"/>
              </a:ext>
            </a:extLst>
          </p:cNvPr>
          <p:cNvSpPr>
            <a:spLocks noGrp="1"/>
          </p:cNvSpPr>
          <p:nvPr>
            <p:ph type="dt" sz="half" idx="10"/>
          </p:nvPr>
        </p:nvSpPr>
        <p:spPr/>
        <p:txBody>
          <a:bodyPr/>
          <a:lstStyle/>
          <a:p>
            <a:fld id="{94CD05DF-DB9C-4DB8-915B-661474855FDE}" type="datetime1">
              <a:rPr lang="en-US" smtClean="0"/>
              <a:t>5/9/2023</a:t>
            </a:fld>
            <a:endParaRPr lang="en-US"/>
          </a:p>
        </p:txBody>
      </p:sp>
      <p:sp>
        <p:nvSpPr>
          <p:cNvPr id="4" name="Footer Placeholder 3">
            <a:extLst>
              <a:ext uri="{FF2B5EF4-FFF2-40B4-BE49-F238E27FC236}">
                <a16:creationId xmlns:a16="http://schemas.microsoft.com/office/drawing/2014/main" id="{FE8E924A-ACAF-A0A5-15CA-9689E76A6FEF}"/>
              </a:ext>
            </a:extLst>
          </p:cNvPr>
          <p:cNvSpPr>
            <a:spLocks noGrp="1"/>
          </p:cNvSpPr>
          <p:nvPr>
            <p:ph type="ftr" sz="quarter" idx="11"/>
          </p:nvPr>
        </p:nvSpPr>
        <p:spPr/>
        <p:txBody>
          <a:bodyPr/>
          <a:lstStyle/>
          <a:p>
            <a:r>
              <a:rPr lang="en-US"/>
              <a:t>Chowdhury Muaddid Ahmed </a:t>
            </a:r>
          </a:p>
        </p:txBody>
      </p:sp>
      <p:sp>
        <p:nvSpPr>
          <p:cNvPr id="5" name="Slide Number Placeholder 4">
            <a:extLst>
              <a:ext uri="{FF2B5EF4-FFF2-40B4-BE49-F238E27FC236}">
                <a16:creationId xmlns:a16="http://schemas.microsoft.com/office/drawing/2014/main" id="{3033AD29-72C5-14B6-08AC-C215A8F66CA9}"/>
              </a:ext>
            </a:extLst>
          </p:cNvPr>
          <p:cNvSpPr>
            <a:spLocks noGrp="1"/>
          </p:cNvSpPr>
          <p:nvPr>
            <p:ph type="sldNum" sz="quarter" idx="12"/>
          </p:nvPr>
        </p:nvSpPr>
        <p:spPr/>
        <p:txBody>
          <a:bodyPr/>
          <a:lstStyle/>
          <a:p>
            <a:fld id="{2A8C6F8F-E68C-416F-9D5E-F5646E653FD8}" type="slidenum">
              <a:rPr lang="en-US" smtClean="0"/>
              <a:t>‹#›</a:t>
            </a:fld>
            <a:endParaRPr lang="en-US"/>
          </a:p>
        </p:txBody>
      </p:sp>
    </p:spTree>
    <p:extLst>
      <p:ext uri="{BB962C8B-B14F-4D97-AF65-F5344CB8AC3E}">
        <p14:creationId xmlns:p14="http://schemas.microsoft.com/office/powerpoint/2010/main" val="553257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3A064E-C140-DD76-917D-958F1641E303}"/>
              </a:ext>
            </a:extLst>
          </p:cNvPr>
          <p:cNvSpPr>
            <a:spLocks noGrp="1"/>
          </p:cNvSpPr>
          <p:nvPr>
            <p:ph type="dt" sz="half" idx="10"/>
          </p:nvPr>
        </p:nvSpPr>
        <p:spPr/>
        <p:txBody>
          <a:bodyPr/>
          <a:lstStyle/>
          <a:p>
            <a:fld id="{83E90B85-E335-46A3-A08D-999E69C0E120}" type="datetime1">
              <a:rPr lang="en-US" smtClean="0"/>
              <a:t>5/9/2023</a:t>
            </a:fld>
            <a:endParaRPr lang="en-US"/>
          </a:p>
        </p:txBody>
      </p:sp>
      <p:sp>
        <p:nvSpPr>
          <p:cNvPr id="3" name="Footer Placeholder 2">
            <a:extLst>
              <a:ext uri="{FF2B5EF4-FFF2-40B4-BE49-F238E27FC236}">
                <a16:creationId xmlns:a16="http://schemas.microsoft.com/office/drawing/2014/main" id="{016C918E-04D4-C286-C4D6-22E014A6286D}"/>
              </a:ext>
            </a:extLst>
          </p:cNvPr>
          <p:cNvSpPr>
            <a:spLocks noGrp="1"/>
          </p:cNvSpPr>
          <p:nvPr>
            <p:ph type="ftr" sz="quarter" idx="11"/>
          </p:nvPr>
        </p:nvSpPr>
        <p:spPr/>
        <p:txBody>
          <a:bodyPr/>
          <a:lstStyle/>
          <a:p>
            <a:r>
              <a:rPr lang="en-US"/>
              <a:t>Chowdhury Muaddid Ahmed </a:t>
            </a:r>
          </a:p>
        </p:txBody>
      </p:sp>
      <p:sp>
        <p:nvSpPr>
          <p:cNvPr id="4" name="Slide Number Placeholder 3">
            <a:extLst>
              <a:ext uri="{FF2B5EF4-FFF2-40B4-BE49-F238E27FC236}">
                <a16:creationId xmlns:a16="http://schemas.microsoft.com/office/drawing/2014/main" id="{D57044B2-90CD-9865-C97A-31C688F088CA}"/>
              </a:ext>
            </a:extLst>
          </p:cNvPr>
          <p:cNvSpPr>
            <a:spLocks noGrp="1"/>
          </p:cNvSpPr>
          <p:nvPr>
            <p:ph type="sldNum" sz="quarter" idx="12"/>
          </p:nvPr>
        </p:nvSpPr>
        <p:spPr/>
        <p:txBody>
          <a:bodyPr/>
          <a:lstStyle/>
          <a:p>
            <a:fld id="{2A8C6F8F-E68C-416F-9D5E-F5646E653FD8}" type="slidenum">
              <a:rPr lang="en-US" smtClean="0"/>
              <a:t>‹#›</a:t>
            </a:fld>
            <a:endParaRPr lang="en-US"/>
          </a:p>
        </p:txBody>
      </p:sp>
    </p:spTree>
    <p:extLst>
      <p:ext uri="{BB962C8B-B14F-4D97-AF65-F5344CB8AC3E}">
        <p14:creationId xmlns:p14="http://schemas.microsoft.com/office/powerpoint/2010/main" val="1824211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14D0E-0D21-54F5-4F35-58E28F9548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860647-3DB0-8F28-F827-4D95A869EF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502168-B5E6-EFE9-E5E6-A4668318AB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55DE77-CF3C-C510-BB7C-F7B25278A78A}"/>
              </a:ext>
            </a:extLst>
          </p:cNvPr>
          <p:cNvSpPr>
            <a:spLocks noGrp="1"/>
          </p:cNvSpPr>
          <p:nvPr>
            <p:ph type="dt" sz="half" idx="10"/>
          </p:nvPr>
        </p:nvSpPr>
        <p:spPr/>
        <p:txBody>
          <a:bodyPr/>
          <a:lstStyle/>
          <a:p>
            <a:fld id="{896FD9B3-958A-43E3-B760-2BE8D5EDA284}" type="datetime1">
              <a:rPr lang="en-US" smtClean="0"/>
              <a:t>5/9/2023</a:t>
            </a:fld>
            <a:endParaRPr lang="en-US"/>
          </a:p>
        </p:txBody>
      </p:sp>
      <p:sp>
        <p:nvSpPr>
          <p:cNvPr id="6" name="Footer Placeholder 5">
            <a:extLst>
              <a:ext uri="{FF2B5EF4-FFF2-40B4-BE49-F238E27FC236}">
                <a16:creationId xmlns:a16="http://schemas.microsoft.com/office/drawing/2014/main" id="{14A55251-558B-AF61-572C-FD69797F67BE}"/>
              </a:ext>
            </a:extLst>
          </p:cNvPr>
          <p:cNvSpPr>
            <a:spLocks noGrp="1"/>
          </p:cNvSpPr>
          <p:nvPr>
            <p:ph type="ftr" sz="quarter" idx="11"/>
          </p:nvPr>
        </p:nvSpPr>
        <p:spPr/>
        <p:txBody>
          <a:bodyPr/>
          <a:lstStyle/>
          <a:p>
            <a:r>
              <a:rPr lang="en-US"/>
              <a:t>Chowdhury Muaddid Ahmed </a:t>
            </a:r>
          </a:p>
        </p:txBody>
      </p:sp>
      <p:sp>
        <p:nvSpPr>
          <p:cNvPr id="7" name="Slide Number Placeholder 6">
            <a:extLst>
              <a:ext uri="{FF2B5EF4-FFF2-40B4-BE49-F238E27FC236}">
                <a16:creationId xmlns:a16="http://schemas.microsoft.com/office/drawing/2014/main" id="{EE881FB1-E3A7-80D5-367A-B308A6CA18C6}"/>
              </a:ext>
            </a:extLst>
          </p:cNvPr>
          <p:cNvSpPr>
            <a:spLocks noGrp="1"/>
          </p:cNvSpPr>
          <p:nvPr>
            <p:ph type="sldNum" sz="quarter" idx="12"/>
          </p:nvPr>
        </p:nvSpPr>
        <p:spPr/>
        <p:txBody>
          <a:bodyPr/>
          <a:lstStyle/>
          <a:p>
            <a:fld id="{2A8C6F8F-E68C-416F-9D5E-F5646E653FD8}" type="slidenum">
              <a:rPr lang="en-US" smtClean="0"/>
              <a:t>‹#›</a:t>
            </a:fld>
            <a:endParaRPr lang="en-US"/>
          </a:p>
        </p:txBody>
      </p:sp>
    </p:spTree>
    <p:extLst>
      <p:ext uri="{BB962C8B-B14F-4D97-AF65-F5344CB8AC3E}">
        <p14:creationId xmlns:p14="http://schemas.microsoft.com/office/powerpoint/2010/main" val="4187475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105A8-0783-91E7-995E-BF71A445BF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A51FFC-82AF-C4B4-A0F5-6301DCB8FB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A7BF3D-BAC8-4F46-15B3-822A7E667D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15ABE8-2870-37FE-29C3-62DEDDEAA949}"/>
              </a:ext>
            </a:extLst>
          </p:cNvPr>
          <p:cNvSpPr>
            <a:spLocks noGrp="1"/>
          </p:cNvSpPr>
          <p:nvPr>
            <p:ph type="dt" sz="half" idx="10"/>
          </p:nvPr>
        </p:nvSpPr>
        <p:spPr/>
        <p:txBody>
          <a:bodyPr/>
          <a:lstStyle/>
          <a:p>
            <a:fld id="{D021362E-0102-4524-9A14-B131B11186A5}" type="datetime1">
              <a:rPr lang="en-US" smtClean="0"/>
              <a:t>5/9/2023</a:t>
            </a:fld>
            <a:endParaRPr lang="en-US"/>
          </a:p>
        </p:txBody>
      </p:sp>
      <p:sp>
        <p:nvSpPr>
          <p:cNvPr id="6" name="Footer Placeholder 5">
            <a:extLst>
              <a:ext uri="{FF2B5EF4-FFF2-40B4-BE49-F238E27FC236}">
                <a16:creationId xmlns:a16="http://schemas.microsoft.com/office/drawing/2014/main" id="{E44F5B3B-07C4-740F-644F-CA9B0241C4CE}"/>
              </a:ext>
            </a:extLst>
          </p:cNvPr>
          <p:cNvSpPr>
            <a:spLocks noGrp="1"/>
          </p:cNvSpPr>
          <p:nvPr>
            <p:ph type="ftr" sz="quarter" idx="11"/>
          </p:nvPr>
        </p:nvSpPr>
        <p:spPr/>
        <p:txBody>
          <a:bodyPr/>
          <a:lstStyle/>
          <a:p>
            <a:r>
              <a:rPr lang="en-US"/>
              <a:t>Chowdhury Muaddid Ahmed </a:t>
            </a:r>
          </a:p>
        </p:txBody>
      </p:sp>
      <p:sp>
        <p:nvSpPr>
          <p:cNvPr id="7" name="Slide Number Placeholder 6">
            <a:extLst>
              <a:ext uri="{FF2B5EF4-FFF2-40B4-BE49-F238E27FC236}">
                <a16:creationId xmlns:a16="http://schemas.microsoft.com/office/drawing/2014/main" id="{C4A0AB55-A2AB-636E-4CC1-D86765FD28C1}"/>
              </a:ext>
            </a:extLst>
          </p:cNvPr>
          <p:cNvSpPr>
            <a:spLocks noGrp="1"/>
          </p:cNvSpPr>
          <p:nvPr>
            <p:ph type="sldNum" sz="quarter" idx="12"/>
          </p:nvPr>
        </p:nvSpPr>
        <p:spPr/>
        <p:txBody>
          <a:bodyPr/>
          <a:lstStyle/>
          <a:p>
            <a:fld id="{2A8C6F8F-E68C-416F-9D5E-F5646E653FD8}" type="slidenum">
              <a:rPr lang="en-US" smtClean="0"/>
              <a:t>‹#›</a:t>
            </a:fld>
            <a:endParaRPr lang="en-US"/>
          </a:p>
        </p:txBody>
      </p:sp>
    </p:spTree>
    <p:extLst>
      <p:ext uri="{BB962C8B-B14F-4D97-AF65-F5344CB8AC3E}">
        <p14:creationId xmlns:p14="http://schemas.microsoft.com/office/powerpoint/2010/main" val="831309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57C5E-15E1-2299-CBF8-6714F95061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26A4C9-A27D-4F60-8E86-D44E805C46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3882B1-8EFE-865E-7D3C-DDDB73833ABD}"/>
              </a:ext>
            </a:extLst>
          </p:cNvPr>
          <p:cNvSpPr>
            <a:spLocks noGrp="1"/>
          </p:cNvSpPr>
          <p:nvPr>
            <p:ph type="dt" sz="half" idx="10"/>
          </p:nvPr>
        </p:nvSpPr>
        <p:spPr/>
        <p:txBody>
          <a:bodyPr/>
          <a:lstStyle/>
          <a:p>
            <a:fld id="{217AC114-4784-4497-8C23-C4E2DDAFF1EF}" type="datetime1">
              <a:rPr lang="en-US" smtClean="0"/>
              <a:t>5/9/2023</a:t>
            </a:fld>
            <a:endParaRPr lang="en-US"/>
          </a:p>
        </p:txBody>
      </p:sp>
      <p:sp>
        <p:nvSpPr>
          <p:cNvPr id="5" name="Footer Placeholder 4">
            <a:extLst>
              <a:ext uri="{FF2B5EF4-FFF2-40B4-BE49-F238E27FC236}">
                <a16:creationId xmlns:a16="http://schemas.microsoft.com/office/drawing/2014/main" id="{3DB71939-EE75-C774-C158-A28A6235A18E}"/>
              </a:ext>
            </a:extLst>
          </p:cNvPr>
          <p:cNvSpPr>
            <a:spLocks noGrp="1"/>
          </p:cNvSpPr>
          <p:nvPr>
            <p:ph type="ftr" sz="quarter" idx="11"/>
          </p:nvPr>
        </p:nvSpPr>
        <p:spPr/>
        <p:txBody>
          <a:bodyPr/>
          <a:lstStyle/>
          <a:p>
            <a:r>
              <a:rPr lang="en-US"/>
              <a:t>Chowdhury Muaddid Ahmed </a:t>
            </a:r>
          </a:p>
        </p:txBody>
      </p:sp>
      <p:sp>
        <p:nvSpPr>
          <p:cNvPr id="6" name="Slide Number Placeholder 5">
            <a:extLst>
              <a:ext uri="{FF2B5EF4-FFF2-40B4-BE49-F238E27FC236}">
                <a16:creationId xmlns:a16="http://schemas.microsoft.com/office/drawing/2014/main" id="{0F16AD8C-56A6-FB3B-D8C9-2DCE97426CD3}"/>
              </a:ext>
            </a:extLst>
          </p:cNvPr>
          <p:cNvSpPr>
            <a:spLocks noGrp="1"/>
          </p:cNvSpPr>
          <p:nvPr>
            <p:ph type="sldNum" sz="quarter" idx="12"/>
          </p:nvPr>
        </p:nvSpPr>
        <p:spPr/>
        <p:txBody>
          <a:bodyPr/>
          <a:lstStyle/>
          <a:p>
            <a:fld id="{2A8C6F8F-E68C-416F-9D5E-F5646E653FD8}" type="slidenum">
              <a:rPr lang="en-US" smtClean="0"/>
              <a:t>‹#›</a:t>
            </a:fld>
            <a:endParaRPr lang="en-US"/>
          </a:p>
        </p:txBody>
      </p:sp>
    </p:spTree>
    <p:extLst>
      <p:ext uri="{BB962C8B-B14F-4D97-AF65-F5344CB8AC3E}">
        <p14:creationId xmlns:p14="http://schemas.microsoft.com/office/powerpoint/2010/main" val="4263590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588AC8-659B-7FDB-3903-BDFAC16BB9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00C0B3-1A21-6783-257E-97DE1587BF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D07C33-870C-2CD5-EB04-0026174BD295}"/>
              </a:ext>
            </a:extLst>
          </p:cNvPr>
          <p:cNvSpPr>
            <a:spLocks noGrp="1"/>
          </p:cNvSpPr>
          <p:nvPr>
            <p:ph type="dt" sz="half" idx="10"/>
          </p:nvPr>
        </p:nvSpPr>
        <p:spPr/>
        <p:txBody>
          <a:bodyPr/>
          <a:lstStyle/>
          <a:p>
            <a:fld id="{AEF43E64-7672-4744-B4DB-E262FE1725C9}" type="datetime1">
              <a:rPr lang="en-US" smtClean="0"/>
              <a:t>5/9/2023</a:t>
            </a:fld>
            <a:endParaRPr lang="en-US"/>
          </a:p>
        </p:txBody>
      </p:sp>
      <p:sp>
        <p:nvSpPr>
          <p:cNvPr id="5" name="Footer Placeholder 4">
            <a:extLst>
              <a:ext uri="{FF2B5EF4-FFF2-40B4-BE49-F238E27FC236}">
                <a16:creationId xmlns:a16="http://schemas.microsoft.com/office/drawing/2014/main" id="{C3102FD1-ECB2-C513-354C-77CA3932EFC8}"/>
              </a:ext>
            </a:extLst>
          </p:cNvPr>
          <p:cNvSpPr>
            <a:spLocks noGrp="1"/>
          </p:cNvSpPr>
          <p:nvPr>
            <p:ph type="ftr" sz="quarter" idx="11"/>
          </p:nvPr>
        </p:nvSpPr>
        <p:spPr/>
        <p:txBody>
          <a:bodyPr/>
          <a:lstStyle/>
          <a:p>
            <a:r>
              <a:rPr lang="en-US"/>
              <a:t>Chowdhury Muaddid Ahmed </a:t>
            </a:r>
          </a:p>
        </p:txBody>
      </p:sp>
      <p:sp>
        <p:nvSpPr>
          <p:cNvPr id="6" name="Slide Number Placeholder 5">
            <a:extLst>
              <a:ext uri="{FF2B5EF4-FFF2-40B4-BE49-F238E27FC236}">
                <a16:creationId xmlns:a16="http://schemas.microsoft.com/office/drawing/2014/main" id="{E3DCA48C-0F73-A6A4-3B0D-19751517C9A4}"/>
              </a:ext>
            </a:extLst>
          </p:cNvPr>
          <p:cNvSpPr>
            <a:spLocks noGrp="1"/>
          </p:cNvSpPr>
          <p:nvPr>
            <p:ph type="sldNum" sz="quarter" idx="12"/>
          </p:nvPr>
        </p:nvSpPr>
        <p:spPr/>
        <p:txBody>
          <a:bodyPr/>
          <a:lstStyle/>
          <a:p>
            <a:fld id="{2A8C6F8F-E68C-416F-9D5E-F5646E653FD8}" type="slidenum">
              <a:rPr lang="en-US" smtClean="0"/>
              <a:t>‹#›</a:t>
            </a:fld>
            <a:endParaRPr lang="en-US"/>
          </a:p>
        </p:txBody>
      </p:sp>
    </p:spTree>
    <p:extLst>
      <p:ext uri="{BB962C8B-B14F-4D97-AF65-F5344CB8AC3E}">
        <p14:creationId xmlns:p14="http://schemas.microsoft.com/office/powerpoint/2010/main" val="4274383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45D50B-4072-6F7B-EF29-28D2B89FD3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3EB6B0-5870-37E4-26EE-8F2FC9BC6B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36CA7A-D123-72F8-C55B-6E22B0732C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BD146A-398B-4318-9684-FB69DF68E713}" type="datetime1">
              <a:rPr lang="en-US" smtClean="0"/>
              <a:t>5/9/2023</a:t>
            </a:fld>
            <a:endParaRPr lang="en-US"/>
          </a:p>
        </p:txBody>
      </p:sp>
      <p:sp>
        <p:nvSpPr>
          <p:cNvPr id="5" name="Footer Placeholder 4">
            <a:extLst>
              <a:ext uri="{FF2B5EF4-FFF2-40B4-BE49-F238E27FC236}">
                <a16:creationId xmlns:a16="http://schemas.microsoft.com/office/drawing/2014/main" id="{3A533103-6CB5-FBE7-C63D-5BD680644B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Chowdhury Muaddid Ahmed </a:t>
            </a:r>
          </a:p>
        </p:txBody>
      </p:sp>
      <p:sp>
        <p:nvSpPr>
          <p:cNvPr id="6" name="Slide Number Placeholder 5">
            <a:extLst>
              <a:ext uri="{FF2B5EF4-FFF2-40B4-BE49-F238E27FC236}">
                <a16:creationId xmlns:a16="http://schemas.microsoft.com/office/drawing/2014/main" id="{3CB78E46-A378-08CB-3C81-6A684BC979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8C6F8F-E68C-416F-9D5E-F5646E653FD8}" type="slidenum">
              <a:rPr lang="en-US" smtClean="0"/>
              <a:t>‹#›</a:t>
            </a:fld>
            <a:endParaRPr lang="en-US"/>
          </a:p>
        </p:txBody>
      </p:sp>
    </p:spTree>
    <p:extLst>
      <p:ext uri="{BB962C8B-B14F-4D97-AF65-F5344CB8AC3E}">
        <p14:creationId xmlns:p14="http://schemas.microsoft.com/office/powerpoint/2010/main" val="1479428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un.org/regularprocess/sites/www.un.org.regularprocess/files/rok_part_2.pdf"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thefinancialexpress.com.bd/views/reviews/blue-economy-of-bangladesh-prospects-and-challenges-1611760062" TargetMode="External"/><Relationship Id="rId2" Type="http://schemas.openxmlformats.org/officeDocument/2006/relationships/hyperlink" Target="https://mofa.gov.bd/site/page/8c5b2a3f-9873-4f27-8761-2737db83c2ec/OCEAN/BLUE-ECONOMY%7B-%7D%7B-%7DFOR-BANGLADESH#:~:text=The%20objective%20of%20the%20Blue,and%20long%2Dterm%20time%20frames." TargetMode="External"/><Relationship Id="rId1" Type="http://schemas.openxmlformats.org/officeDocument/2006/relationships/slideLayout" Target="../slideLayouts/slideLayout2.xml"/><Relationship Id="rId4" Type="http://schemas.openxmlformats.org/officeDocument/2006/relationships/hyperlink" Target="https://bsmrmu.edu.bd/public/files/econtents/61909bb50be2aMS%20-%201%20A.pdf"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10DBC-1B3B-9692-73B6-D16A974BD040}"/>
              </a:ext>
            </a:extLst>
          </p:cNvPr>
          <p:cNvSpPr>
            <a:spLocks noGrp="1"/>
          </p:cNvSpPr>
          <p:nvPr>
            <p:ph type="ctrTitle"/>
          </p:nvPr>
        </p:nvSpPr>
        <p:spPr/>
        <p:txBody>
          <a:bodyPr/>
          <a:lstStyle/>
          <a:p>
            <a:r>
              <a:rPr lang="en-US" dirty="0">
                <a:latin typeface="Arial Rounded MT Bold" panose="020F0704030504030204" pitchFamily="34" charset="0"/>
              </a:rPr>
              <a:t>Blue Economy </a:t>
            </a:r>
          </a:p>
        </p:txBody>
      </p:sp>
      <p:sp>
        <p:nvSpPr>
          <p:cNvPr id="3" name="Subtitle 2">
            <a:extLst>
              <a:ext uri="{FF2B5EF4-FFF2-40B4-BE49-F238E27FC236}">
                <a16:creationId xmlns:a16="http://schemas.microsoft.com/office/drawing/2014/main" id="{C72F7D30-595E-CA8C-9B78-43D713552F04}"/>
              </a:ext>
            </a:extLst>
          </p:cNvPr>
          <p:cNvSpPr>
            <a:spLocks noGrp="1"/>
          </p:cNvSpPr>
          <p:nvPr>
            <p:ph type="subTitle" idx="1"/>
          </p:nvPr>
        </p:nvSpPr>
        <p:spPr/>
        <p:txBody>
          <a:bodyPr/>
          <a:lstStyle/>
          <a:p>
            <a:r>
              <a:rPr lang="en-US" dirty="0"/>
              <a:t>By</a:t>
            </a:r>
          </a:p>
          <a:p>
            <a:r>
              <a:rPr lang="en-US" dirty="0"/>
              <a:t>Chowdhury Mujaddid Ahmed </a:t>
            </a:r>
          </a:p>
        </p:txBody>
      </p:sp>
      <p:sp>
        <p:nvSpPr>
          <p:cNvPr id="4" name="Date Placeholder 3">
            <a:extLst>
              <a:ext uri="{FF2B5EF4-FFF2-40B4-BE49-F238E27FC236}">
                <a16:creationId xmlns:a16="http://schemas.microsoft.com/office/drawing/2014/main" id="{0411F141-9A96-5BDF-9E20-0C7395DF0278}"/>
              </a:ext>
            </a:extLst>
          </p:cNvPr>
          <p:cNvSpPr>
            <a:spLocks noGrp="1"/>
          </p:cNvSpPr>
          <p:nvPr>
            <p:ph type="dt" sz="half" idx="10"/>
          </p:nvPr>
        </p:nvSpPr>
        <p:spPr/>
        <p:txBody>
          <a:bodyPr/>
          <a:lstStyle/>
          <a:p>
            <a:fld id="{481405E2-CAB7-4587-BDA0-3232F9E1B535}" type="datetime1">
              <a:rPr lang="en-US" smtClean="0"/>
              <a:t>5/9/2023</a:t>
            </a:fld>
            <a:endParaRPr lang="en-US"/>
          </a:p>
        </p:txBody>
      </p:sp>
      <p:sp>
        <p:nvSpPr>
          <p:cNvPr id="5" name="Footer Placeholder 4">
            <a:extLst>
              <a:ext uri="{FF2B5EF4-FFF2-40B4-BE49-F238E27FC236}">
                <a16:creationId xmlns:a16="http://schemas.microsoft.com/office/drawing/2014/main" id="{E656EC69-EDAC-424D-B66F-A430A200B145}"/>
              </a:ext>
            </a:extLst>
          </p:cNvPr>
          <p:cNvSpPr>
            <a:spLocks noGrp="1"/>
          </p:cNvSpPr>
          <p:nvPr>
            <p:ph type="ftr" sz="quarter" idx="11"/>
          </p:nvPr>
        </p:nvSpPr>
        <p:spPr/>
        <p:txBody>
          <a:bodyPr/>
          <a:lstStyle/>
          <a:p>
            <a:r>
              <a:rPr lang="en-US"/>
              <a:t>Chowdhury Muaddid Ahmed </a:t>
            </a:r>
          </a:p>
        </p:txBody>
      </p:sp>
      <p:sp>
        <p:nvSpPr>
          <p:cNvPr id="6" name="Slide Number Placeholder 5">
            <a:extLst>
              <a:ext uri="{FF2B5EF4-FFF2-40B4-BE49-F238E27FC236}">
                <a16:creationId xmlns:a16="http://schemas.microsoft.com/office/drawing/2014/main" id="{ADB4FA58-505C-CA83-D3DB-262B4935472B}"/>
              </a:ext>
            </a:extLst>
          </p:cNvPr>
          <p:cNvSpPr>
            <a:spLocks noGrp="1"/>
          </p:cNvSpPr>
          <p:nvPr>
            <p:ph type="sldNum" sz="quarter" idx="12"/>
          </p:nvPr>
        </p:nvSpPr>
        <p:spPr/>
        <p:txBody>
          <a:bodyPr/>
          <a:lstStyle/>
          <a:p>
            <a:fld id="{2A8C6F8F-E68C-416F-9D5E-F5646E653FD8}" type="slidenum">
              <a:rPr lang="en-US" smtClean="0"/>
              <a:t>1</a:t>
            </a:fld>
            <a:endParaRPr lang="en-US"/>
          </a:p>
        </p:txBody>
      </p:sp>
    </p:spTree>
    <p:extLst>
      <p:ext uri="{BB962C8B-B14F-4D97-AF65-F5344CB8AC3E}">
        <p14:creationId xmlns:p14="http://schemas.microsoft.com/office/powerpoint/2010/main" val="4258211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0E823-F043-23B7-627C-C9B4D0EF4559}"/>
              </a:ext>
            </a:extLst>
          </p:cNvPr>
          <p:cNvSpPr>
            <a:spLocks noGrp="1"/>
          </p:cNvSpPr>
          <p:nvPr>
            <p:ph type="title"/>
          </p:nvPr>
        </p:nvSpPr>
        <p:spPr/>
        <p:txBody>
          <a:bodyPr/>
          <a:lstStyle/>
          <a:p>
            <a:pPr algn="ctr"/>
            <a:r>
              <a:rPr lang="en-US" dirty="0">
                <a:latin typeface="Arial Rounded MT Bold" panose="020F0704030504030204" pitchFamily="34" charset="0"/>
              </a:rPr>
              <a:t>What is Blue Economy?</a:t>
            </a:r>
          </a:p>
        </p:txBody>
      </p:sp>
      <p:pic>
        <p:nvPicPr>
          <p:cNvPr id="7" name="Content Placeholder 6">
            <a:extLst>
              <a:ext uri="{FF2B5EF4-FFF2-40B4-BE49-F238E27FC236}">
                <a16:creationId xmlns:a16="http://schemas.microsoft.com/office/drawing/2014/main" id="{A047B141-9B14-F724-69A6-89707F03FBFB}"/>
              </a:ext>
            </a:extLst>
          </p:cNvPr>
          <p:cNvPicPr>
            <a:picLocks noGrp="1" noChangeAspect="1"/>
          </p:cNvPicPr>
          <p:nvPr>
            <p:ph idx="1"/>
          </p:nvPr>
        </p:nvPicPr>
        <p:blipFill>
          <a:blip r:embed="rId2"/>
          <a:stretch>
            <a:fillRect/>
          </a:stretch>
        </p:blipFill>
        <p:spPr>
          <a:xfrm>
            <a:off x="2623634" y="1690688"/>
            <a:ext cx="6944732" cy="3906412"/>
          </a:xfrm>
          <a:prstGeom prst="rect">
            <a:avLst/>
          </a:prstGeom>
        </p:spPr>
      </p:pic>
      <p:sp>
        <p:nvSpPr>
          <p:cNvPr id="8" name="TextBox 7">
            <a:extLst>
              <a:ext uri="{FF2B5EF4-FFF2-40B4-BE49-F238E27FC236}">
                <a16:creationId xmlns:a16="http://schemas.microsoft.com/office/drawing/2014/main" id="{7DF745BD-F9CE-0CE7-4BEB-26199A751F0A}"/>
              </a:ext>
            </a:extLst>
          </p:cNvPr>
          <p:cNvSpPr txBox="1"/>
          <p:nvPr/>
        </p:nvSpPr>
        <p:spPr>
          <a:xfrm>
            <a:off x="3927107" y="5881036"/>
            <a:ext cx="4841508" cy="369332"/>
          </a:xfrm>
          <a:prstGeom prst="rect">
            <a:avLst/>
          </a:prstGeom>
          <a:noFill/>
        </p:spPr>
        <p:txBody>
          <a:bodyPr wrap="square" rtlCol="0">
            <a:spAutoFit/>
          </a:bodyPr>
          <a:lstStyle/>
          <a:p>
            <a:pPr algn="ctr"/>
            <a:r>
              <a:rPr lang="en-US" dirty="0">
                <a:hlinkClick r:id="rId3"/>
              </a:rPr>
              <a:t>For more definitions</a:t>
            </a:r>
            <a:endParaRPr lang="en-US" dirty="0"/>
          </a:p>
        </p:txBody>
      </p:sp>
      <p:sp>
        <p:nvSpPr>
          <p:cNvPr id="9" name="Date Placeholder 8">
            <a:extLst>
              <a:ext uri="{FF2B5EF4-FFF2-40B4-BE49-F238E27FC236}">
                <a16:creationId xmlns:a16="http://schemas.microsoft.com/office/drawing/2014/main" id="{299BD140-4712-ABF6-B6A9-26CE27270480}"/>
              </a:ext>
            </a:extLst>
          </p:cNvPr>
          <p:cNvSpPr>
            <a:spLocks noGrp="1"/>
          </p:cNvSpPr>
          <p:nvPr>
            <p:ph type="dt" sz="half" idx="10"/>
          </p:nvPr>
        </p:nvSpPr>
        <p:spPr/>
        <p:txBody>
          <a:bodyPr/>
          <a:lstStyle/>
          <a:p>
            <a:fld id="{1A44EC50-2B8E-4D01-B027-63D807585DA4}" type="datetime1">
              <a:rPr lang="en-US" smtClean="0"/>
              <a:t>5/9/2023</a:t>
            </a:fld>
            <a:endParaRPr lang="en-US"/>
          </a:p>
        </p:txBody>
      </p:sp>
      <p:sp>
        <p:nvSpPr>
          <p:cNvPr id="10" name="Footer Placeholder 9">
            <a:extLst>
              <a:ext uri="{FF2B5EF4-FFF2-40B4-BE49-F238E27FC236}">
                <a16:creationId xmlns:a16="http://schemas.microsoft.com/office/drawing/2014/main" id="{70C96DD1-6480-94C8-E3FE-CBE7CE9900AD}"/>
              </a:ext>
            </a:extLst>
          </p:cNvPr>
          <p:cNvSpPr>
            <a:spLocks noGrp="1"/>
          </p:cNvSpPr>
          <p:nvPr>
            <p:ph type="ftr" sz="quarter" idx="11"/>
          </p:nvPr>
        </p:nvSpPr>
        <p:spPr/>
        <p:txBody>
          <a:bodyPr/>
          <a:lstStyle/>
          <a:p>
            <a:r>
              <a:rPr lang="en-US"/>
              <a:t>Chowdhury Muaddid Ahmed </a:t>
            </a:r>
          </a:p>
        </p:txBody>
      </p:sp>
      <p:sp>
        <p:nvSpPr>
          <p:cNvPr id="11" name="Slide Number Placeholder 10">
            <a:extLst>
              <a:ext uri="{FF2B5EF4-FFF2-40B4-BE49-F238E27FC236}">
                <a16:creationId xmlns:a16="http://schemas.microsoft.com/office/drawing/2014/main" id="{5D47A44D-06E8-44AE-2B4E-EAB073576F73}"/>
              </a:ext>
            </a:extLst>
          </p:cNvPr>
          <p:cNvSpPr>
            <a:spLocks noGrp="1"/>
          </p:cNvSpPr>
          <p:nvPr>
            <p:ph type="sldNum" sz="quarter" idx="12"/>
          </p:nvPr>
        </p:nvSpPr>
        <p:spPr/>
        <p:txBody>
          <a:bodyPr/>
          <a:lstStyle/>
          <a:p>
            <a:fld id="{2A8C6F8F-E68C-416F-9D5E-F5646E653FD8}" type="slidenum">
              <a:rPr lang="en-US" smtClean="0"/>
              <a:t>2</a:t>
            </a:fld>
            <a:endParaRPr lang="en-US"/>
          </a:p>
        </p:txBody>
      </p:sp>
    </p:spTree>
    <p:extLst>
      <p:ext uri="{BB962C8B-B14F-4D97-AF65-F5344CB8AC3E}">
        <p14:creationId xmlns:p14="http://schemas.microsoft.com/office/powerpoint/2010/main" val="751174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3FA0C-5BDF-BC19-9833-0B88B0DB42A0}"/>
              </a:ext>
            </a:extLst>
          </p:cNvPr>
          <p:cNvSpPr>
            <a:spLocks noGrp="1"/>
          </p:cNvSpPr>
          <p:nvPr>
            <p:ph type="title"/>
          </p:nvPr>
        </p:nvSpPr>
        <p:spPr/>
        <p:txBody>
          <a:bodyPr/>
          <a:lstStyle/>
          <a:p>
            <a:pPr algn="ctr"/>
            <a:r>
              <a:rPr lang="en-US" dirty="0">
                <a:latin typeface="Arial Rounded MT Bold" panose="020F0704030504030204" pitchFamily="34" charset="0"/>
              </a:rPr>
              <a:t>BLUE ECONOMY –DEVELOPMENT OF SEA RESOURCES FOR BANGLADESH</a:t>
            </a:r>
          </a:p>
        </p:txBody>
      </p:sp>
      <p:sp>
        <p:nvSpPr>
          <p:cNvPr id="3" name="Content Placeholder 2">
            <a:extLst>
              <a:ext uri="{FF2B5EF4-FFF2-40B4-BE49-F238E27FC236}">
                <a16:creationId xmlns:a16="http://schemas.microsoft.com/office/drawing/2014/main" id="{F49C633F-2247-D38E-2E55-C02ED39A9F5C}"/>
              </a:ext>
            </a:extLst>
          </p:cNvPr>
          <p:cNvSpPr>
            <a:spLocks noGrp="1"/>
          </p:cNvSpPr>
          <p:nvPr>
            <p:ph sz="half" idx="1"/>
          </p:nvPr>
        </p:nvSpPr>
        <p:spPr/>
        <p:txBody>
          <a:bodyPr>
            <a:normAutofit fontScale="92500" lnSpcReduction="10000"/>
          </a:bodyPr>
          <a:lstStyle/>
          <a:p>
            <a:r>
              <a:rPr lang="en-US" b="1" dirty="0"/>
              <a:t>Framework for Sustainable Development: </a:t>
            </a:r>
            <a:r>
              <a:rPr lang="en-US" sz="2000" dirty="0"/>
              <a:t>There is need to demonstrate measurable steps towards critical internationally agreed targets for fisheries, aquaculture, habitat protection and pollution reduction. It should also highlight the need to address the next frontiers of successful integrated approaches that include public-private partners, secure financing and catalyze good ocean governance while reconciling tensions and balancing priorities between;</a:t>
            </a:r>
          </a:p>
          <a:p>
            <a:pPr marL="742950" lvl="1" indent="-285750">
              <a:buAutoNum type="romanLcPeriod"/>
            </a:pPr>
            <a:r>
              <a:rPr lang="en-US" sz="2000" b="1" dirty="0"/>
              <a:t>Balancing Growth and Conservation</a:t>
            </a:r>
          </a:p>
          <a:p>
            <a:pPr marL="742950" lvl="1" indent="-285750">
              <a:buAutoNum type="romanLcPeriod"/>
            </a:pPr>
            <a:r>
              <a:rPr lang="en-US" sz="2000" b="1" dirty="0"/>
              <a:t>Balancing private sector growth and equitable benefits for communities</a:t>
            </a:r>
          </a:p>
          <a:p>
            <a:pPr marL="742950" lvl="1" indent="-285750">
              <a:buAutoNum type="romanLcPeriod"/>
            </a:pPr>
            <a:r>
              <a:rPr lang="en-US" sz="2000" b="1" dirty="0"/>
              <a:t>iii. Uniting EEZ and Areas Beyond National Jurisdiction (ABNJ)</a:t>
            </a:r>
          </a:p>
        </p:txBody>
      </p:sp>
      <p:pic>
        <p:nvPicPr>
          <p:cNvPr id="5" name="Content Placeholder 4">
            <a:extLst>
              <a:ext uri="{FF2B5EF4-FFF2-40B4-BE49-F238E27FC236}">
                <a16:creationId xmlns:a16="http://schemas.microsoft.com/office/drawing/2014/main" id="{2CC2E90B-7AE3-81EF-4BF5-35AA554C9F81}"/>
              </a:ext>
            </a:extLst>
          </p:cNvPr>
          <p:cNvPicPr>
            <a:picLocks noGrp="1" noChangeAspect="1"/>
          </p:cNvPicPr>
          <p:nvPr>
            <p:ph sz="half" idx="2"/>
          </p:nvPr>
        </p:nvPicPr>
        <p:blipFill>
          <a:blip r:embed="rId2"/>
          <a:stretch>
            <a:fillRect/>
          </a:stretch>
        </p:blipFill>
        <p:spPr>
          <a:xfrm>
            <a:off x="7045692" y="2054474"/>
            <a:ext cx="3561348" cy="3561348"/>
          </a:xfrm>
          <a:prstGeom prst="rect">
            <a:avLst/>
          </a:prstGeom>
        </p:spPr>
      </p:pic>
      <p:sp>
        <p:nvSpPr>
          <p:cNvPr id="6" name="Date Placeholder 5">
            <a:extLst>
              <a:ext uri="{FF2B5EF4-FFF2-40B4-BE49-F238E27FC236}">
                <a16:creationId xmlns:a16="http://schemas.microsoft.com/office/drawing/2014/main" id="{B3F49A85-1CFD-ED06-AD72-16C2FA6F7CD8}"/>
              </a:ext>
            </a:extLst>
          </p:cNvPr>
          <p:cNvSpPr>
            <a:spLocks noGrp="1"/>
          </p:cNvSpPr>
          <p:nvPr>
            <p:ph type="dt" sz="half" idx="10"/>
          </p:nvPr>
        </p:nvSpPr>
        <p:spPr/>
        <p:txBody>
          <a:bodyPr/>
          <a:lstStyle/>
          <a:p>
            <a:fld id="{3AA6D70D-7DB0-4ABA-9414-FA359FF9FDBC}" type="datetime1">
              <a:rPr lang="en-US" smtClean="0"/>
              <a:t>5/9/2023</a:t>
            </a:fld>
            <a:endParaRPr lang="en-US"/>
          </a:p>
        </p:txBody>
      </p:sp>
      <p:sp>
        <p:nvSpPr>
          <p:cNvPr id="7" name="Footer Placeholder 6">
            <a:extLst>
              <a:ext uri="{FF2B5EF4-FFF2-40B4-BE49-F238E27FC236}">
                <a16:creationId xmlns:a16="http://schemas.microsoft.com/office/drawing/2014/main" id="{A12AFE52-A822-29CC-8F4D-6B32D9749D0F}"/>
              </a:ext>
            </a:extLst>
          </p:cNvPr>
          <p:cNvSpPr>
            <a:spLocks noGrp="1"/>
          </p:cNvSpPr>
          <p:nvPr>
            <p:ph type="ftr" sz="quarter" idx="11"/>
          </p:nvPr>
        </p:nvSpPr>
        <p:spPr/>
        <p:txBody>
          <a:bodyPr/>
          <a:lstStyle/>
          <a:p>
            <a:r>
              <a:rPr lang="en-US"/>
              <a:t>Chowdhury Muaddid Ahmed </a:t>
            </a:r>
          </a:p>
        </p:txBody>
      </p:sp>
      <p:sp>
        <p:nvSpPr>
          <p:cNvPr id="8" name="Slide Number Placeholder 7">
            <a:extLst>
              <a:ext uri="{FF2B5EF4-FFF2-40B4-BE49-F238E27FC236}">
                <a16:creationId xmlns:a16="http://schemas.microsoft.com/office/drawing/2014/main" id="{2C7CCF04-D98E-35B2-E1A6-AF36DEAF1E98}"/>
              </a:ext>
            </a:extLst>
          </p:cNvPr>
          <p:cNvSpPr>
            <a:spLocks noGrp="1"/>
          </p:cNvSpPr>
          <p:nvPr>
            <p:ph type="sldNum" sz="quarter" idx="12"/>
          </p:nvPr>
        </p:nvSpPr>
        <p:spPr/>
        <p:txBody>
          <a:bodyPr/>
          <a:lstStyle/>
          <a:p>
            <a:fld id="{2A8C6F8F-E68C-416F-9D5E-F5646E653FD8}" type="slidenum">
              <a:rPr lang="en-US" smtClean="0"/>
              <a:t>3</a:t>
            </a:fld>
            <a:endParaRPr lang="en-US"/>
          </a:p>
        </p:txBody>
      </p:sp>
    </p:spTree>
    <p:extLst>
      <p:ext uri="{BB962C8B-B14F-4D97-AF65-F5344CB8AC3E}">
        <p14:creationId xmlns:p14="http://schemas.microsoft.com/office/powerpoint/2010/main" val="509128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09FC2-EB0D-E820-72F3-143CC62011F9}"/>
              </a:ext>
            </a:extLst>
          </p:cNvPr>
          <p:cNvSpPr>
            <a:spLocks noGrp="1"/>
          </p:cNvSpPr>
          <p:nvPr>
            <p:ph type="title"/>
          </p:nvPr>
        </p:nvSpPr>
        <p:spPr/>
        <p:txBody>
          <a:bodyPr/>
          <a:lstStyle/>
          <a:p>
            <a:pPr algn="ctr"/>
            <a:r>
              <a:rPr lang="en-US" b="1" i="0" u="sng" dirty="0">
                <a:solidFill>
                  <a:srgbClr val="333333"/>
                </a:solidFill>
                <a:effectLst/>
                <a:latin typeface="Arial Rounded MT Bold" panose="020F0704030504030204" pitchFamily="34" charset="0"/>
              </a:rPr>
              <a:t>The Blue Economy – Opportunities</a:t>
            </a:r>
            <a:endParaRPr lang="en-US" dirty="0">
              <a:latin typeface="Arial Rounded MT Bold" panose="020F0704030504030204" pitchFamily="34" charset="0"/>
            </a:endParaRPr>
          </a:p>
        </p:txBody>
      </p:sp>
      <p:sp>
        <p:nvSpPr>
          <p:cNvPr id="5" name="Content Placeholder 4">
            <a:extLst>
              <a:ext uri="{FF2B5EF4-FFF2-40B4-BE49-F238E27FC236}">
                <a16:creationId xmlns:a16="http://schemas.microsoft.com/office/drawing/2014/main" id="{1458303B-E15F-6552-A72C-3B96B16A19BC}"/>
              </a:ext>
            </a:extLst>
          </p:cNvPr>
          <p:cNvSpPr>
            <a:spLocks noGrp="1"/>
          </p:cNvSpPr>
          <p:nvPr>
            <p:ph idx="1"/>
          </p:nvPr>
        </p:nvSpPr>
        <p:spPr/>
        <p:txBody>
          <a:bodyPr>
            <a:normAutofit fontScale="62500" lnSpcReduction="20000"/>
          </a:bodyPr>
          <a:lstStyle/>
          <a:p>
            <a:r>
              <a:rPr lang="en-US" b="1" dirty="0"/>
              <a:t>Shipping and Port Facilities- </a:t>
            </a:r>
            <a:r>
              <a:rPr lang="en-US" dirty="0"/>
              <a:t>80 percent of global trade by volume, and over 70 percent by value, is carried by sea and handled by ports worldwide.</a:t>
            </a:r>
          </a:p>
          <a:p>
            <a:r>
              <a:rPr lang="en-US" b="1" dirty="0"/>
              <a:t>Fisheries – </a:t>
            </a:r>
            <a:r>
              <a:rPr lang="en-US" dirty="0"/>
              <a:t>The world has elevated recognition of the essential role of fisheries and aquaculture for food security and nutrition in the context of climate change and the employment of millions of people, many of whom struggle to maintain reasonable livelihoods, especially in the developing world.</a:t>
            </a:r>
          </a:p>
          <a:p>
            <a:r>
              <a:rPr lang="en-US" b="1" dirty="0"/>
              <a:t>Aquaculture-</a:t>
            </a:r>
            <a:r>
              <a:rPr lang="en-US" dirty="0"/>
              <a:t> Aquaculture is the fastest-growing global food sector now providing 47% of the fish for human consumption Global fish production peaked at about 171 million </a:t>
            </a:r>
            <a:r>
              <a:rPr lang="en-US" dirty="0" err="1"/>
              <a:t>tonnes</a:t>
            </a:r>
            <a:r>
              <a:rPr lang="en-US" dirty="0"/>
              <a:t> in 2016. </a:t>
            </a:r>
          </a:p>
          <a:p>
            <a:r>
              <a:rPr lang="en-US" b="1" dirty="0"/>
              <a:t>Tourism- </a:t>
            </a:r>
            <a:r>
              <a:rPr lang="en-US" dirty="0"/>
              <a:t>Marine and coastal tourism is of key importance to many developing countries. Tourism is a major global industry; International tourist arrivals grew 7.0% in 2017, the highest increase since the 2009 global economic crisis and well above UNWTO’s long-term forecast of 3.8% per year for the period 2010 to 2020.</a:t>
            </a:r>
          </a:p>
          <a:p>
            <a:r>
              <a:rPr lang="en-US" b="1" dirty="0"/>
              <a:t>Energy-</a:t>
            </a:r>
            <a:r>
              <a:rPr lang="en-US" dirty="0"/>
              <a:t> In 2018 offshore fields accounted for more than 33% of worldwide crude oil production and this is projected to rise to 34% in 202510 and higher subsequently, as almost half the remaining recoverable conventional oil is estimated to be in offshore fields</a:t>
            </a:r>
          </a:p>
          <a:p>
            <a:r>
              <a:rPr lang="en-US" b="1" dirty="0"/>
              <a:t>Biotechnology and marine genetic resources- </a:t>
            </a:r>
            <a:r>
              <a:rPr lang="en-US" dirty="0"/>
              <a:t>Biotechnology market size will reach USD 775.20 billion by 2024. The rising prevalence of chronic diseases has increased the demand for innovations similar to DNA sequencing, micro assays, and recombinant DNA technologies to develop therapeutic solutions.</a:t>
            </a:r>
          </a:p>
          <a:p>
            <a:r>
              <a:rPr lang="en-US" b="1" dirty="0"/>
              <a:t>Submarine mining- </a:t>
            </a:r>
            <a:r>
              <a:rPr lang="en-US" dirty="0"/>
              <a:t>The world is gearing up for the exploration and exploitation of mineral deposits on and beneath the sea floor.</a:t>
            </a:r>
          </a:p>
        </p:txBody>
      </p:sp>
      <p:sp>
        <p:nvSpPr>
          <p:cNvPr id="6" name="Date Placeholder 5">
            <a:extLst>
              <a:ext uri="{FF2B5EF4-FFF2-40B4-BE49-F238E27FC236}">
                <a16:creationId xmlns:a16="http://schemas.microsoft.com/office/drawing/2014/main" id="{4A364EB3-4EF2-8767-11D5-D533176EF5E2}"/>
              </a:ext>
            </a:extLst>
          </p:cNvPr>
          <p:cNvSpPr>
            <a:spLocks noGrp="1"/>
          </p:cNvSpPr>
          <p:nvPr>
            <p:ph type="dt" sz="half" idx="10"/>
          </p:nvPr>
        </p:nvSpPr>
        <p:spPr/>
        <p:txBody>
          <a:bodyPr/>
          <a:lstStyle/>
          <a:p>
            <a:fld id="{84784B03-911F-4B29-93CB-FD6FED13730F}" type="datetime1">
              <a:rPr lang="en-US" smtClean="0"/>
              <a:t>5/9/2023</a:t>
            </a:fld>
            <a:endParaRPr lang="en-US"/>
          </a:p>
        </p:txBody>
      </p:sp>
      <p:sp>
        <p:nvSpPr>
          <p:cNvPr id="7" name="Footer Placeholder 6">
            <a:extLst>
              <a:ext uri="{FF2B5EF4-FFF2-40B4-BE49-F238E27FC236}">
                <a16:creationId xmlns:a16="http://schemas.microsoft.com/office/drawing/2014/main" id="{6B0C1D4A-2819-5B3F-4EF3-12B7BCAED99D}"/>
              </a:ext>
            </a:extLst>
          </p:cNvPr>
          <p:cNvSpPr>
            <a:spLocks noGrp="1"/>
          </p:cNvSpPr>
          <p:nvPr>
            <p:ph type="ftr" sz="quarter" idx="11"/>
          </p:nvPr>
        </p:nvSpPr>
        <p:spPr/>
        <p:txBody>
          <a:bodyPr/>
          <a:lstStyle/>
          <a:p>
            <a:r>
              <a:rPr lang="en-US"/>
              <a:t>Chowdhury Muaddid Ahmed </a:t>
            </a:r>
          </a:p>
        </p:txBody>
      </p:sp>
      <p:sp>
        <p:nvSpPr>
          <p:cNvPr id="8" name="Slide Number Placeholder 7">
            <a:extLst>
              <a:ext uri="{FF2B5EF4-FFF2-40B4-BE49-F238E27FC236}">
                <a16:creationId xmlns:a16="http://schemas.microsoft.com/office/drawing/2014/main" id="{2038B73B-3EEC-FF3E-5E3A-0A83F6409B3A}"/>
              </a:ext>
            </a:extLst>
          </p:cNvPr>
          <p:cNvSpPr>
            <a:spLocks noGrp="1"/>
          </p:cNvSpPr>
          <p:nvPr>
            <p:ph type="sldNum" sz="quarter" idx="12"/>
          </p:nvPr>
        </p:nvSpPr>
        <p:spPr/>
        <p:txBody>
          <a:bodyPr/>
          <a:lstStyle/>
          <a:p>
            <a:fld id="{2A8C6F8F-E68C-416F-9D5E-F5646E653FD8}" type="slidenum">
              <a:rPr lang="en-US" smtClean="0"/>
              <a:t>4</a:t>
            </a:fld>
            <a:endParaRPr lang="en-US"/>
          </a:p>
        </p:txBody>
      </p:sp>
    </p:spTree>
    <p:extLst>
      <p:ext uri="{BB962C8B-B14F-4D97-AF65-F5344CB8AC3E}">
        <p14:creationId xmlns:p14="http://schemas.microsoft.com/office/powerpoint/2010/main" val="2447238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0035F-7785-C72C-626F-93BE11A61A72}"/>
              </a:ext>
            </a:extLst>
          </p:cNvPr>
          <p:cNvSpPr>
            <a:spLocks noGrp="1"/>
          </p:cNvSpPr>
          <p:nvPr>
            <p:ph type="title"/>
          </p:nvPr>
        </p:nvSpPr>
        <p:spPr/>
        <p:txBody>
          <a:bodyPr/>
          <a:lstStyle/>
          <a:p>
            <a:pPr algn="ctr"/>
            <a:r>
              <a:rPr lang="en-US" dirty="0">
                <a:latin typeface="Arial Rounded MT Bold" panose="020F0704030504030204" pitchFamily="34" charset="0"/>
              </a:rPr>
              <a:t>Development of Blue Economy in Bangladesh</a:t>
            </a:r>
          </a:p>
        </p:txBody>
      </p:sp>
      <p:sp>
        <p:nvSpPr>
          <p:cNvPr id="3" name="Content Placeholder 2">
            <a:extLst>
              <a:ext uri="{FF2B5EF4-FFF2-40B4-BE49-F238E27FC236}">
                <a16:creationId xmlns:a16="http://schemas.microsoft.com/office/drawing/2014/main" id="{C4C40E84-101C-83AD-591C-229836D00AB9}"/>
              </a:ext>
            </a:extLst>
          </p:cNvPr>
          <p:cNvSpPr>
            <a:spLocks noGrp="1"/>
          </p:cNvSpPr>
          <p:nvPr>
            <p:ph idx="1"/>
          </p:nvPr>
        </p:nvSpPr>
        <p:spPr/>
        <p:txBody>
          <a:bodyPr>
            <a:normAutofit fontScale="92500"/>
          </a:bodyPr>
          <a:lstStyle/>
          <a:p>
            <a:r>
              <a:rPr lang="en-US" dirty="0"/>
              <a:t>The Blue Economy approach emphasized that ideas, principles, and norms of the Blue Economy lend significant contributions towards the eradication of poverty.</a:t>
            </a:r>
          </a:p>
          <a:p>
            <a:r>
              <a:rPr lang="en-US" dirty="0"/>
              <a:t>Contributing to food and nutrition security, mitigation and adaptation of climate change, and generation of sustainable and inclusive livelihoods. </a:t>
            </a:r>
          </a:p>
          <a:p>
            <a:r>
              <a:rPr lang="en-US" dirty="0"/>
              <a:t>Thus Blue Economy requires a balanced approach between conservation, development, and utilization of marine and coastal ecosystems, </a:t>
            </a:r>
          </a:p>
          <a:p>
            <a:r>
              <a:rPr lang="en-US" dirty="0"/>
              <a:t>All oceanic resources and services with a view to enhancing their value and generating decent employment, securing a productive marine economy and healthy marine eco-systems. </a:t>
            </a:r>
          </a:p>
        </p:txBody>
      </p:sp>
      <p:sp>
        <p:nvSpPr>
          <p:cNvPr id="4" name="Date Placeholder 3">
            <a:extLst>
              <a:ext uri="{FF2B5EF4-FFF2-40B4-BE49-F238E27FC236}">
                <a16:creationId xmlns:a16="http://schemas.microsoft.com/office/drawing/2014/main" id="{CE2CF24F-1188-D07C-BFAE-73BCEE2C6030}"/>
              </a:ext>
            </a:extLst>
          </p:cNvPr>
          <p:cNvSpPr>
            <a:spLocks noGrp="1"/>
          </p:cNvSpPr>
          <p:nvPr>
            <p:ph type="dt" sz="half" idx="10"/>
          </p:nvPr>
        </p:nvSpPr>
        <p:spPr/>
        <p:txBody>
          <a:bodyPr/>
          <a:lstStyle/>
          <a:p>
            <a:fld id="{B9F246AA-A8B9-400F-8B3B-DFB9A6259117}" type="datetime1">
              <a:rPr lang="en-US" smtClean="0"/>
              <a:t>5/9/2023</a:t>
            </a:fld>
            <a:endParaRPr lang="en-US"/>
          </a:p>
        </p:txBody>
      </p:sp>
      <p:sp>
        <p:nvSpPr>
          <p:cNvPr id="5" name="Footer Placeholder 4">
            <a:extLst>
              <a:ext uri="{FF2B5EF4-FFF2-40B4-BE49-F238E27FC236}">
                <a16:creationId xmlns:a16="http://schemas.microsoft.com/office/drawing/2014/main" id="{2A468C15-FD00-9A8A-6626-14F3583D3EC3}"/>
              </a:ext>
            </a:extLst>
          </p:cNvPr>
          <p:cNvSpPr>
            <a:spLocks noGrp="1"/>
          </p:cNvSpPr>
          <p:nvPr>
            <p:ph type="ftr" sz="quarter" idx="11"/>
          </p:nvPr>
        </p:nvSpPr>
        <p:spPr/>
        <p:txBody>
          <a:bodyPr/>
          <a:lstStyle/>
          <a:p>
            <a:r>
              <a:rPr lang="en-US"/>
              <a:t>Chowdhury Muaddid Ahmed </a:t>
            </a:r>
          </a:p>
        </p:txBody>
      </p:sp>
      <p:sp>
        <p:nvSpPr>
          <p:cNvPr id="6" name="Slide Number Placeholder 5">
            <a:extLst>
              <a:ext uri="{FF2B5EF4-FFF2-40B4-BE49-F238E27FC236}">
                <a16:creationId xmlns:a16="http://schemas.microsoft.com/office/drawing/2014/main" id="{D5DCEE53-F6A2-5FD3-B0B0-9E7691EE189A}"/>
              </a:ext>
            </a:extLst>
          </p:cNvPr>
          <p:cNvSpPr>
            <a:spLocks noGrp="1"/>
          </p:cNvSpPr>
          <p:nvPr>
            <p:ph type="sldNum" sz="quarter" idx="12"/>
          </p:nvPr>
        </p:nvSpPr>
        <p:spPr/>
        <p:txBody>
          <a:bodyPr/>
          <a:lstStyle/>
          <a:p>
            <a:fld id="{2A8C6F8F-E68C-416F-9D5E-F5646E653FD8}" type="slidenum">
              <a:rPr lang="en-US" smtClean="0"/>
              <a:t>5</a:t>
            </a:fld>
            <a:endParaRPr lang="en-US"/>
          </a:p>
        </p:txBody>
      </p:sp>
    </p:spTree>
    <p:extLst>
      <p:ext uri="{BB962C8B-B14F-4D97-AF65-F5344CB8AC3E}">
        <p14:creationId xmlns:p14="http://schemas.microsoft.com/office/powerpoint/2010/main" val="572319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A1791-97A1-E354-F478-49D3DDF25DD7}"/>
              </a:ext>
            </a:extLst>
          </p:cNvPr>
          <p:cNvSpPr>
            <a:spLocks noGrp="1"/>
          </p:cNvSpPr>
          <p:nvPr>
            <p:ph type="title"/>
          </p:nvPr>
        </p:nvSpPr>
        <p:spPr/>
        <p:txBody>
          <a:bodyPr/>
          <a:lstStyle/>
          <a:p>
            <a:pPr algn="ctr"/>
            <a:r>
              <a:rPr lang="en-US" dirty="0">
                <a:latin typeface="Arial Rounded MT Bold" panose="020F0704030504030204" pitchFamily="34" charset="0"/>
              </a:rPr>
              <a:t>Sectors of Blue Economy</a:t>
            </a:r>
          </a:p>
        </p:txBody>
      </p:sp>
      <p:sp>
        <p:nvSpPr>
          <p:cNvPr id="3" name="Content Placeholder 2">
            <a:extLst>
              <a:ext uri="{FF2B5EF4-FFF2-40B4-BE49-F238E27FC236}">
                <a16:creationId xmlns:a16="http://schemas.microsoft.com/office/drawing/2014/main" id="{C7C86C55-E057-729A-429D-F71E40B61738}"/>
              </a:ext>
            </a:extLst>
          </p:cNvPr>
          <p:cNvSpPr>
            <a:spLocks noGrp="1"/>
          </p:cNvSpPr>
          <p:nvPr>
            <p:ph idx="1"/>
          </p:nvPr>
        </p:nvSpPr>
        <p:spPr/>
        <p:txBody>
          <a:bodyPr/>
          <a:lstStyle/>
          <a:p>
            <a:r>
              <a:rPr lang="en-US" dirty="0"/>
              <a:t>Maritime trade and shipping</a:t>
            </a:r>
          </a:p>
          <a:p>
            <a:r>
              <a:rPr lang="en-US" dirty="0"/>
              <a:t>Food and livelihood</a:t>
            </a:r>
          </a:p>
          <a:p>
            <a:r>
              <a:rPr lang="en-US" dirty="0"/>
              <a:t>Marine Biotechnology</a:t>
            </a:r>
          </a:p>
          <a:p>
            <a:r>
              <a:rPr lang="en-US" dirty="0"/>
              <a:t>Energy</a:t>
            </a:r>
          </a:p>
          <a:p>
            <a:r>
              <a:rPr lang="en-US" dirty="0"/>
              <a:t>Tourism</a:t>
            </a:r>
          </a:p>
          <a:p>
            <a:r>
              <a:rPr lang="en-US" dirty="0"/>
              <a:t>Coastal protection/Artificial islands/Greening coastal belts</a:t>
            </a:r>
          </a:p>
          <a:p>
            <a:r>
              <a:rPr lang="en-US" dirty="0"/>
              <a:t>Human resource and spatial planning</a:t>
            </a:r>
          </a:p>
        </p:txBody>
      </p:sp>
      <p:sp>
        <p:nvSpPr>
          <p:cNvPr id="4" name="Date Placeholder 3">
            <a:extLst>
              <a:ext uri="{FF2B5EF4-FFF2-40B4-BE49-F238E27FC236}">
                <a16:creationId xmlns:a16="http://schemas.microsoft.com/office/drawing/2014/main" id="{D6F3401C-84A2-AE12-E1BE-D11CD9205C77}"/>
              </a:ext>
            </a:extLst>
          </p:cNvPr>
          <p:cNvSpPr>
            <a:spLocks noGrp="1"/>
          </p:cNvSpPr>
          <p:nvPr>
            <p:ph type="dt" sz="half" idx="10"/>
          </p:nvPr>
        </p:nvSpPr>
        <p:spPr/>
        <p:txBody>
          <a:bodyPr/>
          <a:lstStyle/>
          <a:p>
            <a:fld id="{AB7BE7BA-3099-4C69-A118-028C535298A2}" type="datetime1">
              <a:rPr lang="en-US" smtClean="0"/>
              <a:t>5/9/2023</a:t>
            </a:fld>
            <a:endParaRPr lang="en-US"/>
          </a:p>
        </p:txBody>
      </p:sp>
      <p:sp>
        <p:nvSpPr>
          <p:cNvPr id="5" name="Footer Placeholder 4">
            <a:extLst>
              <a:ext uri="{FF2B5EF4-FFF2-40B4-BE49-F238E27FC236}">
                <a16:creationId xmlns:a16="http://schemas.microsoft.com/office/drawing/2014/main" id="{E5DE3A6C-382B-80D0-9738-41366D31B23D}"/>
              </a:ext>
            </a:extLst>
          </p:cNvPr>
          <p:cNvSpPr>
            <a:spLocks noGrp="1"/>
          </p:cNvSpPr>
          <p:nvPr>
            <p:ph type="ftr" sz="quarter" idx="11"/>
          </p:nvPr>
        </p:nvSpPr>
        <p:spPr/>
        <p:txBody>
          <a:bodyPr/>
          <a:lstStyle/>
          <a:p>
            <a:r>
              <a:rPr lang="en-US"/>
              <a:t>Chowdhury Muaddid Ahmed </a:t>
            </a:r>
          </a:p>
        </p:txBody>
      </p:sp>
      <p:sp>
        <p:nvSpPr>
          <p:cNvPr id="6" name="Slide Number Placeholder 5">
            <a:extLst>
              <a:ext uri="{FF2B5EF4-FFF2-40B4-BE49-F238E27FC236}">
                <a16:creationId xmlns:a16="http://schemas.microsoft.com/office/drawing/2014/main" id="{F0349C65-09C6-5249-069A-DD934F04633A}"/>
              </a:ext>
            </a:extLst>
          </p:cNvPr>
          <p:cNvSpPr>
            <a:spLocks noGrp="1"/>
          </p:cNvSpPr>
          <p:nvPr>
            <p:ph type="sldNum" sz="quarter" idx="12"/>
          </p:nvPr>
        </p:nvSpPr>
        <p:spPr/>
        <p:txBody>
          <a:bodyPr/>
          <a:lstStyle/>
          <a:p>
            <a:fld id="{2A8C6F8F-E68C-416F-9D5E-F5646E653FD8}" type="slidenum">
              <a:rPr lang="en-US" smtClean="0"/>
              <a:t>6</a:t>
            </a:fld>
            <a:endParaRPr lang="en-US"/>
          </a:p>
        </p:txBody>
      </p:sp>
    </p:spTree>
    <p:extLst>
      <p:ext uri="{BB962C8B-B14F-4D97-AF65-F5344CB8AC3E}">
        <p14:creationId xmlns:p14="http://schemas.microsoft.com/office/powerpoint/2010/main" val="1122687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A2E84-52F8-59AE-1D8D-E0F3263C2FF1}"/>
              </a:ext>
            </a:extLst>
          </p:cNvPr>
          <p:cNvSpPr>
            <a:spLocks noGrp="1"/>
          </p:cNvSpPr>
          <p:nvPr>
            <p:ph type="title"/>
          </p:nvPr>
        </p:nvSpPr>
        <p:spPr/>
        <p:txBody>
          <a:bodyPr/>
          <a:lstStyle/>
          <a:p>
            <a:pPr algn="ctr"/>
            <a:r>
              <a:rPr lang="en-US" dirty="0">
                <a:latin typeface="Arial Rounded MT Bold" panose="020F0704030504030204" pitchFamily="34" charset="0"/>
              </a:rPr>
              <a:t>Essential reading </a:t>
            </a:r>
          </a:p>
        </p:txBody>
      </p:sp>
      <p:sp>
        <p:nvSpPr>
          <p:cNvPr id="3" name="Content Placeholder 2">
            <a:extLst>
              <a:ext uri="{FF2B5EF4-FFF2-40B4-BE49-F238E27FC236}">
                <a16:creationId xmlns:a16="http://schemas.microsoft.com/office/drawing/2014/main" id="{8AC4C6BA-B4A8-2A02-A22C-6F32F024ECB6}"/>
              </a:ext>
            </a:extLst>
          </p:cNvPr>
          <p:cNvSpPr>
            <a:spLocks noGrp="1"/>
          </p:cNvSpPr>
          <p:nvPr>
            <p:ph idx="1"/>
          </p:nvPr>
        </p:nvSpPr>
        <p:spPr/>
        <p:txBody>
          <a:bodyPr/>
          <a:lstStyle/>
          <a:p>
            <a:pPr marL="514350" indent="-514350">
              <a:buFont typeface="+mj-lt"/>
              <a:buAutoNum type="arabicPeriod"/>
            </a:pPr>
            <a:r>
              <a:rPr lang="en-US" dirty="0">
                <a:hlinkClick r:id="rId2"/>
              </a:rPr>
              <a:t>BLUE ECONOMY –DEVELOPMENT OF SEA RESOURCES FOR BANGLADESH by Rear Admiral Md. </a:t>
            </a:r>
            <a:r>
              <a:rPr lang="en-US" dirty="0" err="1">
                <a:hlinkClick r:id="rId2"/>
              </a:rPr>
              <a:t>Khurshed</a:t>
            </a:r>
            <a:r>
              <a:rPr lang="en-US" dirty="0">
                <a:hlinkClick r:id="rId2"/>
              </a:rPr>
              <a:t> </a:t>
            </a:r>
            <a:r>
              <a:rPr lang="en-US" dirty="0" err="1">
                <a:hlinkClick r:id="rId2"/>
              </a:rPr>
              <a:t>Alam</a:t>
            </a:r>
            <a:r>
              <a:rPr lang="en-US" dirty="0">
                <a:hlinkClick r:id="rId2"/>
              </a:rPr>
              <a:t> (Retd.)</a:t>
            </a:r>
            <a:endParaRPr lang="en-US" dirty="0"/>
          </a:p>
          <a:p>
            <a:pPr marL="514350" indent="-514350">
              <a:buFont typeface="+mj-lt"/>
              <a:buAutoNum type="arabicPeriod"/>
            </a:pPr>
            <a:r>
              <a:rPr lang="en-US" dirty="0">
                <a:hlinkClick r:id="rId3"/>
              </a:rPr>
              <a:t>Blue economy of Bangladesh: Prospects and challenges</a:t>
            </a:r>
            <a:endParaRPr lang="en-US" dirty="0"/>
          </a:p>
          <a:p>
            <a:pPr marL="514350" indent="-514350">
              <a:buFont typeface="+mj-lt"/>
              <a:buAutoNum type="arabicPeriod"/>
            </a:pPr>
            <a:r>
              <a:rPr lang="en-US" dirty="0">
                <a:hlinkClick r:id="rId4"/>
              </a:rPr>
              <a:t>The future of the Blue Economy in Bangladesh</a:t>
            </a:r>
            <a:endParaRPr lang="en-US" dirty="0"/>
          </a:p>
          <a:p>
            <a:pPr marL="0" indent="0">
              <a:buNone/>
            </a:pPr>
            <a:endParaRPr lang="en-US" dirty="0"/>
          </a:p>
        </p:txBody>
      </p:sp>
      <p:sp>
        <p:nvSpPr>
          <p:cNvPr id="4" name="Date Placeholder 3">
            <a:extLst>
              <a:ext uri="{FF2B5EF4-FFF2-40B4-BE49-F238E27FC236}">
                <a16:creationId xmlns:a16="http://schemas.microsoft.com/office/drawing/2014/main" id="{25EC2B18-C813-EFFF-0956-B4CA614A19B9}"/>
              </a:ext>
            </a:extLst>
          </p:cNvPr>
          <p:cNvSpPr>
            <a:spLocks noGrp="1"/>
          </p:cNvSpPr>
          <p:nvPr>
            <p:ph type="dt" sz="half" idx="10"/>
          </p:nvPr>
        </p:nvSpPr>
        <p:spPr/>
        <p:txBody>
          <a:bodyPr/>
          <a:lstStyle/>
          <a:p>
            <a:fld id="{393D7DE2-AF43-4936-88D2-47477351047F}" type="datetime1">
              <a:rPr lang="en-US" smtClean="0"/>
              <a:t>5/9/2023</a:t>
            </a:fld>
            <a:endParaRPr lang="en-US"/>
          </a:p>
        </p:txBody>
      </p:sp>
      <p:sp>
        <p:nvSpPr>
          <p:cNvPr id="5" name="Footer Placeholder 4">
            <a:extLst>
              <a:ext uri="{FF2B5EF4-FFF2-40B4-BE49-F238E27FC236}">
                <a16:creationId xmlns:a16="http://schemas.microsoft.com/office/drawing/2014/main" id="{F3A9EC3A-23A5-26CB-9370-83EB59AF18E0}"/>
              </a:ext>
            </a:extLst>
          </p:cNvPr>
          <p:cNvSpPr>
            <a:spLocks noGrp="1"/>
          </p:cNvSpPr>
          <p:nvPr>
            <p:ph type="ftr" sz="quarter" idx="11"/>
          </p:nvPr>
        </p:nvSpPr>
        <p:spPr/>
        <p:txBody>
          <a:bodyPr/>
          <a:lstStyle/>
          <a:p>
            <a:r>
              <a:rPr lang="en-US"/>
              <a:t>Chowdhury Muaddid Ahmed </a:t>
            </a:r>
          </a:p>
        </p:txBody>
      </p:sp>
      <p:sp>
        <p:nvSpPr>
          <p:cNvPr id="6" name="Slide Number Placeholder 5">
            <a:extLst>
              <a:ext uri="{FF2B5EF4-FFF2-40B4-BE49-F238E27FC236}">
                <a16:creationId xmlns:a16="http://schemas.microsoft.com/office/drawing/2014/main" id="{D5909BD1-55E1-C6FE-9D55-B2FC79DBBEA0}"/>
              </a:ext>
            </a:extLst>
          </p:cNvPr>
          <p:cNvSpPr>
            <a:spLocks noGrp="1"/>
          </p:cNvSpPr>
          <p:nvPr>
            <p:ph type="sldNum" sz="quarter" idx="12"/>
          </p:nvPr>
        </p:nvSpPr>
        <p:spPr/>
        <p:txBody>
          <a:bodyPr/>
          <a:lstStyle/>
          <a:p>
            <a:fld id="{2A8C6F8F-E68C-416F-9D5E-F5646E653FD8}" type="slidenum">
              <a:rPr lang="en-US" smtClean="0"/>
              <a:t>7</a:t>
            </a:fld>
            <a:endParaRPr lang="en-US"/>
          </a:p>
        </p:txBody>
      </p:sp>
    </p:spTree>
    <p:extLst>
      <p:ext uri="{BB962C8B-B14F-4D97-AF65-F5344CB8AC3E}">
        <p14:creationId xmlns:p14="http://schemas.microsoft.com/office/powerpoint/2010/main" val="1567731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D61BA-4F6A-11DE-8CCC-A11898BE3669}"/>
              </a:ext>
            </a:extLst>
          </p:cNvPr>
          <p:cNvSpPr>
            <a:spLocks noGrp="1"/>
          </p:cNvSpPr>
          <p:nvPr>
            <p:ph type="title"/>
          </p:nvPr>
        </p:nvSpPr>
        <p:spPr/>
        <p:txBody>
          <a:bodyPr/>
          <a:lstStyle/>
          <a:p>
            <a:pPr algn="ctr"/>
            <a:r>
              <a:rPr lang="en-US" dirty="0">
                <a:latin typeface="Arial Rounded MT Bold" panose="020F0704030504030204" pitchFamily="34" charset="0"/>
              </a:rPr>
              <a:t>Thank you </a:t>
            </a:r>
          </a:p>
        </p:txBody>
      </p:sp>
      <p:sp>
        <p:nvSpPr>
          <p:cNvPr id="3" name="Content Placeholder 2">
            <a:extLst>
              <a:ext uri="{FF2B5EF4-FFF2-40B4-BE49-F238E27FC236}">
                <a16:creationId xmlns:a16="http://schemas.microsoft.com/office/drawing/2014/main" id="{C8CC4CF0-D248-A914-6F19-08595408BD4E}"/>
              </a:ext>
            </a:extLst>
          </p:cNvPr>
          <p:cNvSpPr>
            <a:spLocks noGrp="1"/>
          </p:cNvSpPr>
          <p:nvPr>
            <p:ph idx="1"/>
          </p:nvPr>
        </p:nvSpPr>
        <p:spPr/>
        <p:txBody>
          <a:bodyPr>
            <a:normAutofit/>
          </a:bodyPr>
          <a:lstStyle/>
          <a:p>
            <a:pPr marL="0" indent="0" algn="ctr">
              <a:buNone/>
            </a:pPr>
            <a:r>
              <a:rPr lang="en-US" sz="6000" dirty="0">
                <a:latin typeface="Arial Rounded MT Bold" panose="020F0704030504030204" pitchFamily="34" charset="0"/>
              </a:rPr>
              <a:t>End </a:t>
            </a:r>
          </a:p>
          <a:p>
            <a:pPr marL="0" indent="0" algn="ctr">
              <a:buNone/>
            </a:pPr>
            <a:r>
              <a:rPr lang="en-US" sz="6000" dirty="0">
                <a:latin typeface="Arial Rounded MT Bold" panose="020F0704030504030204" pitchFamily="34" charset="0"/>
              </a:rPr>
              <a:t>of  </a:t>
            </a:r>
          </a:p>
          <a:p>
            <a:pPr marL="0" indent="0" algn="ctr">
              <a:buNone/>
            </a:pPr>
            <a:r>
              <a:rPr lang="en-US" sz="6000" dirty="0">
                <a:latin typeface="Arial Rounded MT Bold" panose="020F0704030504030204" pitchFamily="34" charset="0"/>
              </a:rPr>
              <a:t>Lecture 9</a:t>
            </a:r>
          </a:p>
        </p:txBody>
      </p:sp>
      <p:sp>
        <p:nvSpPr>
          <p:cNvPr id="4" name="Date Placeholder 3">
            <a:extLst>
              <a:ext uri="{FF2B5EF4-FFF2-40B4-BE49-F238E27FC236}">
                <a16:creationId xmlns:a16="http://schemas.microsoft.com/office/drawing/2014/main" id="{0B74D6E0-1AF6-F59C-71DF-4A9A6C16A5C8}"/>
              </a:ext>
            </a:extLst>
          </p:cNvPr>
          <p:cNvSpPr>
            <a:spLocks noGrp="1"/>
          </p:cNvSpPr>
          <p:nvPr>
            <p:ph type="dt" sz="half" idx="10"/>
          </p:nvPr>
        </p:nvSpPr>
        <p:spPr/>
        <p:txBody>
          <a:bodyPr/>
          <a:lstStyle/>
          <a:p>
            <a:fld id="{79C6469F-5ADD-4F4B-8D82-38235501FE4A}" type="datetime1">
              <a:rPr lang="en-US" smtClean="0"/>
              <a:t>5/9/2023</a:t>
            </a:fld>
            <a:endParaRPr lang="en-US"/>
          </a:p>
        </p:txBody>
      </p:sp>
      <p:sp>
        <p:nvSpPr>
          <p:cNvPr id="5" name="Footer Placeholder 4">
            <a:extLst>
              <a:ext uri="{FF2B5EF4-FFF2-40B4-BE49-F238E27FC236}">
                <a16:creationId xmlns:a16="http://schemas.microsoft.com/office/drawing/2014/main" id="{D106029F-EABB-54A1-AC2C-6176F9D86FE4}"/>
              </a:ext>
            </a:extLst>
          </p:cNvPr>
          <p:cNvSpPr>
            <a:spLocks noGrp="1"/>
          </p:cNvSpPr>
          <p:nvPr>
            <p:ph type="ftr" sz="quarter" idx="11"/>
          </p:nvPr>
        </p:nvSpPr>
        <p:spPr/>
        <p:txBody>
          <a:bodyPr/>
          <a:lstStyle/>
          <a:p>
            <a:r>
              <a:rPr lang="en-US"/>
              <a:t>Chowdhury Muaddid Ahmed </a:t>
            </a:r>
          </a:p>
        </p:txBody>
      </p:sp>
      <p:sp>
        <p:nvSpPr>
          <p:cNvPr id="6" name="Slide Number Placeholder 5">
            <a:extLst>
              <a:ext uri="{FF2B5EF4-FFF2-40B4-BE49-F238E27FC236}">
                <a16:creationId xmlns:a16="http://schemas.microsoft.com/office/drawing/2014/main" id="{D2995581-83A9-01B3-08C2-8CDC145BC9BD}"/>
              </a:ext>
            </a:extLst>
          </p:cNvPr>
          <p:cNvSpPr>
            <a:spLocks noGrp="1"/>
          </p:cNvSpPr>
          <p:nvPr>
            <p:ph type="sldNum" sz="quarter" idx="12"/>
          </p:nvPr>
        </p:nvSpPr>
        <p:spPr/>
        <p:txBody>
          <a:bodyPr/>
          <a:lstStyle/>
          <a:p>
            <a:fld id="{2A8C6F8F-E68C-416F-9D5E-F5646E653FD8}" type="slidenum">
              <a:rPr lang="en-US" smtClean="0"/>
              <a:t>8</a:t>
            </a:fld>
            <a:endParaRPr lang="en-US"/>
          </a:p>
        </p:txBody>
      </p:sp>
    </p:spTree>
    <p:extLst>
      <p:ext uri="{BB962C8B-B14F-4D97-AF65-F5344CB8AC3E}">
        <p14:creationId xmlns:p14="http://schemas.microsoft.com/office/powerpoint/2010/main" val="1097594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606</Words>
  <Application>Microsoft Office PowerPoint</Application>
  <PresentationFormat>Widescreen</PresentationFormat>
  <Paragraphs>63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Rounded MT Bold</vt:lpstr>
      <vt:lpstr>Calibri</vt:lpstr>
      <vt:lpstr>Calibri Light</vt:lpstr>
      <vt:lpstr>Office Theme</vt:lpstr>
      <vt:lpstr>Blue Economy </vt:lpstr>
      <vt:lpstr>What is Blue Economy?</vt:lpstr>
      <vt:lpstr>BLUE ECONOMY –DEVELOPMENT OF SEA RESOURCES FOR BANGLADESH</vt:lpstr>
      <vt:lpstr>The Blue Economy – Opportunities</vt:lpstr>
      <vt:lpstr>Development of Blue Economy in Bangladesh</vt:lpstr>
      <vt:lpstr>Sectors of Blue Economy</vt:lpstr>
      <vt:lpstr>Essential reading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Economy </dc:title>
  <dc:creator>Chowdhury Mujaddid Ahmed</dc:creator>
  <cp:lastModifiedBy>Chowdhury Mujaddid Ahmed</cp:lastModifiedBy>
  <cp:revision>2</cp:revision>
  <dcterms:created xsi:type="dcterms:W3CDTF">2023-05-08T18:32:07Z</dcterms:created>
  <dcterms:modified xsi:type="dcterms:W3CDTF">2023-05-08T19:01:19Z</dcterms:modified>
</cp:coreProperties>
</file>